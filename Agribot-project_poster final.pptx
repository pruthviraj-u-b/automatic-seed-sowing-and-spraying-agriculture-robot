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
  </p:notesMasterIdLst>
  <p:sldIdLst>
    <p:sldId id="258" r:id="rId2"/>
  </p:sldIdLst>
  <p:sldSz cx="21396325" cy="15087600"/>
  <p:notesSz cx="9601200" cy="7315200"/>
  <p:defaultTextStyle>
    <a:defPPr>
      <a:defRPr lang="en-US"/>
    </a:defPPr>
    <a:lvl1pPr algn="l" defTabSz="2076450" rtl="0" fontAlgn="base">
      <a:spcBef>
        <a:spcPct val="0"/>
      </a:spcBef>
      <a:spcAft>
        <a:spcPct val="0"/>
      </a:spcAft>
      <a:defRPr sz="4100" kern="1200">
        <a:solidFill>
          <a:schemeClr val="tx1"/>
        </a:solidFill>
        <a:latin typeface="Arial" panose="020B0604020202020204" pitchFamily="34" charset="0"/>
        <a:ea typeface="+mn-ea"/>
        <a:cs typeface="+mn-cs"/>
      </a:defRPr>
    </a:lvl1pPr>
    <a:lvl2pPr marL="1038225" indent="-581025" algn="l" defTabSz="2076450" rtl="0" fontAlgn="base">
      <a:spcBef>
        <a:spcPct val="0"/>
      </a:spcBef>
      <a:spcAft>
        <a:spcPct val="0"/>
      </a:spcAft>
      <a:defRPr sz="4100" kern="1200">
        <a:solidFill>
          <a:schemeClr val="tx1"/>
        </a:solidFill>
        <a:latin typeface="Arial" panose="020B0604020202020204" pitchFamily="34" charset="0"/>
        <a:ea typeface="+mn-ea"/>
        <a:cs typeface="+mn-cs"/>
      </a:defRPr>
    </a:lvl2pPr>
    <a:lvl3pPr marL="2076450" indent="-1162050" algn="l" defTabSz="2076450" rtl="0" fontAlgn="base">
      <a:spcBef>
        <a:spcPct val="0"/>
      </a:spcBef>
      <a:spcAft>
        <a:spcPct val="0"/>
      </a:spcAft>
      <a:defRPr sz="4100" kern="1200">
        <a:solidFill>
          <a:schemeClr val="tx1"/>
        </a:solidFill>
        <a:latin typeface="Arial" panose="020B0604020202020204" pitchFamily="34" charset="0"/>
        <a:ea typeface="+mn-ea"/>
        <a:cs typeface="+mn-cs"/>
      </a:defRPr>
    </a:lvl3pPr>
    <a:lvl4pPr marL="3116580" indent="-1744980" algn="l" defTabSz="2076450" rtl="0" fontAlgn="base">
      <a:spcBef>
        <a:spcPct val="0"/>
      </a:spcBef>
      <a:spcAft>
        <a:spcPct val="0"/>
      </a:spcAft>
      <a:defRPr sz="4100" kern="1200">
        <a:solidFill>
          <a:schemeClr val="tx1"/>
        </a:solidFill>
        <a:latin typeface="Arial" panose="020B0604020202020204" pitchFamily="34" charset="0"/>
        <a:ea typeface="+mn-ea"/>
        <a:cs typeface="+mn-cs"/>
      </a:defRPr>
    </a:lvl4pPr>
    <a:lvl5pPr marL="4154805" indent="-2326005" algn="l" defTabSz="2076450" rtl="0" fontAlgn="base">
      <a:spcBef>
        <a:spcPct val="0"/>
      </a:spcBef>
      <a:spcAft>
        <a:spcPct val="0"/>
      </a:spcAft>
      <a:defRPr sz="4100" kern="1200">
        <a:solidFill>
          <a:schemeClr val="tx1"/>
        </a:solidFill>
        <a:latin typeface="Arial" panose="020B0604020202020204" pitchFamily="34" charset="0"/>
        <a:ea typeface="+mn-ea"/>
        <a:cs typeface="+mn-cs"/>
      </a:defRPr>
    </a:lvl5pPr>
    <a:lvl6pPr marL="2286000" algn="l" defTabSz="914400" rtl="0" eaLnBrk="1" latinLnBrk="0" hangingPunct="1">
      <a:defRPr sz="4100" kern="1200">
        <a:solidFill>
          <a:schemeClr val="tx1"/>
        </a:solidFill>
        <a:latin typeface="Arial" panose="020B0604020202020204" pitchFamily="34" charset="0"/>
        <a:ea typeface="+mn-ea"/>
        <a:cs typeface="+mn-cs"/>
      </a:defRPr>
    </a:lvl6pPr>
    <a:lvl7pPr marL="2743200" algn="l" defTabSz="914400" rtl="0" eaLnBrk="1" latinLnBrk="0" hangingPunct="1">
      <a:defRPr sz="4100" kern="1200">
        <a:solidFill>
          <a:schemeClr val="tx1"/>
        </a:solidFill>
        <a:latin typeface="Arial" panose="020B0604020202020204" pitchFamily="34" charset="0"/>
        <a:ea typeface="+mn-ea"/>
        <a:cs typeface="+mn-cs"/>
      </a:defRPr>
    </a:lvl7pPr>
    <a:lvl8pPr marL="3200400" algn="l" defTabSz="914400" rtl="0" eaLnBrk="1" latinLnBrk="0" hangingPunct="1">
      <a:defRPr sz="4100" kern="1200">
        <a:solidFill>
          <a:schemeClr val="tx1"/>
        </a:solidFill>
        <a:latin typeface="Arial" panose="020B0604020202020204" pitchFamily="34" charset="0"/>
        <a:ea typeface="+mn-ea"/>
        <a:cs typeface="+mn-cs"/>
      </a:defRPr>
    </a:lvl8pPr>
    <a:lvl9pPr marL="3657600" algn="l" defTabSz="914400" rtl="0" eaLnBrk="1" latinLnBrk="0" hangingPunct="1">
      <a:defRPr sz="4100" kern="1200">
        <a:solidFill>
          <a:schemeClr val="tx1"/>
        </a:solidFill>
        <a:latin typeface="Arial" panose="020B0604020202020204" pitchFamily="34" charset="0"/>
        <a:ea typeface="+mn-ea"/>
        <a:cs typeface="+mn-cs"/>
      </a:defRPr>
    </a:lvl9pPr>
  </p:defaultTextStyle>
  <p:extLst>
    <p:ext uri="{521415D9-36F7-43E2-AB2F-B90AF26B5E84}">
      <p14:sectionLst xmlns:p14="http://schemas.microsoft.com/office/powerpoint/2010/main">
        <p14:section name="Untitled Section" id="{C393DBFC-EDE1-422D-B2FA-1B72889C74F3}">
          <p14:sldIdLst>
            <p14:sldId id="258"/>
          </p14:sldIdLst>
        </p14:section>
      </p14:sectionLst>
    </p:ext>
    <p:ext uri="{EFAFB233-063F-42B5-8137-9DF3F51BA10A}">
      <p15:sldGuideLst xmlns:p15="http://schemas.microsoft.com/office/powerpoint/2012/main">
        <p15:guide id="1" orient="horz" pos="4765" userDrawn="1">
          <p15:clr>
            <a:srgbClr val="A4A3A4"/>
          </p15:clr>
        </p15:guide>
        <p15:guide id="2" pos="6739"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93A3A"/>
    <a:srgbClr val="C0C0C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41D33B3-A40B-49BD-AE5B-F390F8BF15F7}" v="3" dt="2025-05-31T16:21:10.61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vertBarState="minimized">
    <p:restoredLeft sz="0" autoAdjust="0"/>
    <p:restoredTop sz="95033" autoAdjust="0"/>
  </p:normalViewPr>
  <p:slideViewPr>
    <p:cSldViewPr showGuides="1">
      <p:cViewPr varScale="1">
        <p:scale>
          <a:sx n="39" d="100"/>
          <a:sy n="39" d="100"/>
        </p:scale>
        <p:origin x="1709" y="24"/>
      </p:cViewPr>
      <p:guideLst>
        <p:guide orient="horz" pos="4765"/>
        <p:guide pos="6739"/>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microsoft.com/office/2016/11/relationships/changesInfo" Target="changesInfos/changesInfo1.xml"/><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 Id="rId9"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riyanka Budihal" userId="2dd2abd5e02a52ca" providerId="LiveId" clId="{641D33B3-A40B-49BD-AE5B-F390F8BF15F7}"/>
    <pc:docChg chg="undo custSel modSld">
      <pc:chgData name="Priyanka Budihal" userId="2dd2abd5e02a52ca" providerId="LiveId" clId="{641D33B3-A40B-49BD-AE5B-F390F8BF15F7}" dt="2025-05-31T16:22:28.972" v="112" actId="1076"/>
      <pc:docMkLst>
        <pc:docMk/>
      </pc:docMkLst>
      <pc:sldChg chg="addSp delSp modSp mod">
        <pc:chgData name="Priyanka Budihal" userId="2dd2abd5e02a52ca" providerId="LiveId" clId="{641D33B3-A40B-49BD-AE5B-F390F8BF15F7}" dt="2025-05-31T16:22:28.972" v="112" actId="1076"/>
        <pc:sldMkLst>
          <pc:docMk/>
          <pc:sldMk cId="0" sldId="258"/>
        </pc:sldMkLst>
        <pc:spChg chg="mod">
          <ac:chgData name="Priyanka Budihal" userId="2dd2abd5e02a52ca" providerId="LiveId" clId="{641D33B3-A40B-49BD-AE5B-F390F8BF15F7}" dt="2025-05-28T04:57:30.447" v="49" actId="1076"/>
          <ac:spMkLst>
            <pc:docMk/>
            <pc:sldMk cId="0" sldId="258"/>
            <ac:spMk id="4" creationId="{E25AF8EE-781F-6478-C23C-25234C53C12E}"/>
          </ac:spMkLst>
        </pc:spChg>
        <pc:spChg chg="mod">
          <ac:chgData name="Priyanka Budihal" userId="2dd2abd5e02a52ca" providerId="LiveId" clId="{641D33B3-A40B-49BD-AE5B-F390F8BF15F7}" dt="2025-05-31T06:17:29.027" v="97" actId="20577"/>
          <ac:spMkLst>
            <pc:docMk/>
            <pc:sldMk cId="0" sldId="258"/>
            <ac:spMk id="5" creationId="{00000000-0000-0000-0000-000000000000}"/>
          </ac:spMkLst>
        </pc:spChg>
        <pc:spChg chg="mod">
          <ac:chgData name="Priyanka Budihal" userId="2dd2abd5e02a52ca" providerId="LiveId" clId="{641D33B3-A40B-49BD-AE5B-F390F8BF15F7}" dt="2025-05-28T04:54:50.009" v="37" actId="123"/>
          <ac:spMkLst>
            <pc:docMk/>
            <pc:sldMk cId="0" sldId="258"/>
            <ac:spMk id="7" creationId="{09DD15D1-9392-91F9-E350-B34A2A553D01}"/>
          </ac:spMkLst>
        </pc:spChg>
        <pc:spChg chg="mod">
          <ac:chgData name="Priyanka Budihal" userId="2dd2abd5e02a52ca" providerId="LiveId" clId="{641D33B3-A40B-49BD-AE5B-F390F8BF15F7}" dt="2025-05-31T16:22:28.972" v="112" actId="1076"/>
          <ac:spMkLst>
            <pc:docMk/>
            <pc:sldMk cId="0" sldId="258"/>
            <ac:spMk id="9" creationId="{E35FD645-4D7D-9521-48AB-BF0BD79F66CD}"/>
          </ac:spMkLst>
        </pc:spChg>
        <pc:spChg chg="mod">
          <ac:chgData name="Priyanka Budihal" userId="2dd2abd5e02a52ca" providerId="LiveId" clId="{641D33B3-A40B-49BD-AE5B-F390F8BF15F7}" dt="2025-05-28T04:57:25.673" v="48" actId="1076"/>
          <ac:spMkLst>
            <pc:docMk/>
            <pc:sldMk cId="0" sldId="258"/>
            <ac:spMk id="16" creationId="{00000000-0000-0000-0000-000000000000}"/>
          </ac:spMkLst>
        </pc:spChg>
        <pc:spChg chg="mod">
          <ac:chgData name="Priyanka Budihal" userId="2dd2abd5e02a52ca" providerId="LiveId" clId="{641D33B3-A40B-49BD-AE5B-F390F8BF15F7}" dt="2025-05-28T04:52:08.633" v="25" actId="2"/>
          <ac:spMkLst>
            <pc:docMk/>
            <pc:sldMk cId="0" sldId="258"/>
            <ac:spMk id="62" creationId="{00000000-0000-0000-0000-000000000000}"/>
          </ac:spMkLst>
        </pc:spChg>
        <pc:spChg chg="mod">
          <ac:chgData name="Priyanka Budihal" userId="2dd2abd5e02a52ca" providerId="LiveId" clId="{641D33B3-A40B-49BD-AE5B-F390F8BF15F7}" dt="2025-05-28T04:56:51.432" v="44" actId="1076"/>
          <ac:spMkLst>
            <pc:docMk/>
            <pc:sldMk cId="0" sldId="258"/>
            <ac:spMk id="94" creationId="{00000000-0000-0000-0000-000000000000}"/>
          </ac:spMkLst>
        </pc:spChg>
        <pc:spChg chg="mod">
          <ac:chgData name="Priyanka Budihal" userId="2dd2abd5e02a52ca" providerId="LiveId" clId="{641D33B3-A40B-49BD-AE5B-F390F8BF15F7}" dt="2025-05-28T04:55:09.736" v="38" actId="123"/>
          <ac:spMkLst>
            <pc:docMk/>
            <pc:sldMk cId="0" sldId="258"/>
            <ac:spMk id="137" creationId="{00000000-0000-0000-0000-000000000000}"/>
          </ac:spMkLst>
        </pc:spChg>
        <pc:spChg chg="mod">
          <ac:chgData name="Priyanka Budihal" userId="2dd2abd5e02a52ca" providerId="LiveId" clId="{641D33B3-A40B-49BD-AE5B-F390F8BF15F7}" dt="2025-05-27T06:02:00.945" v="6" actId="20577"/>
          <ac:spMkLst>
            <pc:docMk/>
            <pc:sldMk cId="0" sldId="258"/>
            <ac:spMk id="2062" creationId="{00000000-0000-0000-0000-000000000000}"/>
          </ac:spMkLst>
        </pc:spChg>
        <pc:picChg chg="add mod modCrop">
          <ac:chgData name="Priyanka Budihal" userId="2dd2abd5e02a52ca" providerId="LiveId" clId="{641D33B3-A40B-49BD-AE5B-F390F8BF15F7}" dt="2025-05-31T16:22:14.843" v="110" actId="1076"/>
          <ac:picMkLst>
            <pc:docMk/>
            <pc:sldMk cId="0" sldId="258"/>
            <ac:picMk id="3" creationId="{EE8BA185-038B-406C-9E83-15A2AFC6A42F}"/>
          </ac:picMkLst>
        </pc:picChg>
        <pc:picChg chg="del">
          <ac:chgData name="Priyanka Budihal" userId="2dd2abd5e02a52ca" providerId="LiveId" clId="{641D33B3-A40B-49BD-AE5B-F390F8BF15F7}" dt="2025-05-31T16:20:41.468" v="98" actId="478"/>
          <ac:picMkLst>
            <pc:docMk/>
            <pc:sldMk cId="0" sldId="258"/>
            <ac:picMk id="10" creationId="{6A0A2043-2342-494A-5BB8-24AD27EE7207}"/>
          </ac:picMkLst>
        </pc:picChg>
        <pc:picChg chg="mod">
          <ac:chgData name="Priyanka Budihal" userId="2dd2abd5e02a52ca" providerId="LiveId" clId="{641D33B3-A40B-49BD-AE5B-F390F8BF15F7}" dt="2025-05-28T04:59:03.889" v="55" actId="1076"/>
          <ac:picMkLst>
            <pc:docMk/>
            <pc:sldMk cId="0" sldId="258"/>
            <ac:picMk id="11" creationId="{0B52B86B-730D-BC84-DBA0-2969965515D1}"/>
          </ac:picMkLst>
        </pc:picChg>
        <pc:picChg chg="del">
          <ac:chgData name="Priyanka Budihal" userId="2dd2abd5e02a52ca" providerId="LiveId" clId="{641D33B3-A40B-49BD-AE5B-F390F8BF15F7}" dt="2025-05-31T16:20:43.871" v="99" actId="478"/>
          <ac:picMkLst>
            <pc:docMk/>
            <pc:sldMk cId="0" sldId="258"/>
            <ac:picMk id="12" creationId="{2DF8857B-AC60-0309-E757-C94A88EB021B}"/>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160520" cy="365760"/>
          </a:xfrm>
          <a:prstGeom prst="rect">
            <a:avLst/>
          </a:prstGeom>
        </p:spPr>
        <p:txBody>
          <a:bodyPr vert="horz" lIns="96661" tIns="48331" rIns="96661" bIns="48331" rtlCol="0"/>
          <a:lstStyle>
            <a:lvl1pPr algn="l">
              <a:defRPr sz="1300"/>
            </a:lvl1pPr>
          </a:lstStyle>
          <a:p>
            <a:pPr>
              <a:defRPr/>
            </a:pPr>
            <a:endParaRPr lang="en-US" dirty="0"/>
          </a:p>
        </p:txBody>
      </p:sp>
      <p:sp>
        <p:nvSpPr>
          <p:cNvPr id="3" name="Date Placeholder 2"/>
          <p:cNvSpPr>
            <a:spLocks noGrp="1"/>
          </p:cNvSpPr>
          <p:nvPr>
            <p:ph type="dt" idx="1"/>
          </p:nvPr>
        </p:nvSpPr>
        <p:spPr>
          <a:xfrm>
            <a:off x="5439014" y="0"/>
            <a:ext cx="4160520" cy="365760"/>
          </a:xfrm>
          <a:prstGeom prst="rect">
            <a:avLst/>
          </a:prstGeom>
        </p:spPr>
        <p:txBody>
          <a:bodyPr vert="horz" lIns="96661" tIns="48331" rIns="96661" bIns="48331" rtlCol="0"/>
          <a:lstStyle>
            <a:lvl1pPr algn="r">
              <a:defRPr sz="1300"/>
            </a:lvl1pPr>
          </a:lstStyle>
          <a:p>
            <a:pPr>
              <a:defRPr/>
            </a:pPr>
            <a:fld id="{8DA7D3DA-D4CF-4054-A710-8575792C48DD}" type="datetimeFigureOut">
              <a:rPr lang="en-US"/>
              <a:t>5/31/2025</a:t>
            </a:fld>
            <a:endParaRPr lang="en-US" dirty="0"/>
          </a:p>
        </p:txBody>
      </p:sp>
      <p:sp>
        <p:nvSpPr>
          <p:cNvPr id="4" name="Slide Image Placeholder 3"/>
          <p:cNvSpPr>
            <a:spLocks noGrp="1" noRot="1" noChangeAspect="1"/>
          </p:cNvSpPr>
          <p:nvPr>
            <p:ph type="sldImg" idx="2"/>
          </p:nvPr>
        </p:nvSpPr>
        <p:spPr>
          <a:xfrm>
            <a:off x="2855913" y="549275"/>
            <a:ext cx="3889375" cy="2743200"/>
          </a:xfrm>
          <a:prstGeom prst="rect">
            <a:avLst/>
          </a:prstGeom>
          <a:noFill/>
          <a:ln w="12700">
            <a:solidFill>
              <a:prstClr val="black"/>
            </a:solidFill>
          </a:ln>
        </p:spPr>
        <p:txBody>
          <a:bodyPr vert="horz" lIns="96661" tIns="48331" rIns="96661" bIns="48331" rtlCol="0" anchor="ctr"/>
          <a:lstStyle/>
          <a:p>
            <a:pPr lvl="0"/>
            <a:endParaRPr lang="en-US" noProof="0" dirty="0"/>
          </a:p>
        </p:txBody>
      </p:sp>
      <p:sp>
        <p:nvSpPr>
          <p:cNvPr id="5" name="Notes Placeholder 4"/>
          <p:cNvSpPr>
            <a:spLocks noGrp="1"/>
          </p:cNvSpPr>
          <p:nvPr>
            <p:ph type="body" sz="quarter" idx="3"/>
          </p:nvPr>
        </p:nvSpPr>
        <p:spPr>
          <a:xfrm>
            <a:off x="960120" y="3474720"/>
            <a:ext cx="7680960" cy="3291840"/>
          </a:xfrm>
          <a:prstGeom prst="rect">
            <a:avLst/>
          </a:prstGeom>
        </p:spPr>
        <p:txBody>
          <a:bodyPr vert="horz" lIns="96661" tIns="48331" rIns="96661" bIns="48331"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6947747"/>
            <a:ext cx="4160520" cy="365760"/>
          </a:xfrm>
          <a:prstGeom prst="rect">
            <a:avLst/>
          </a:prstGeom>
        </p:spPr>
        <p:txBody>
          <a:bodyPr vert="horz" lIns="96661" tIns="48331" rIns="96661" bIns="48331" rtlCol="0" anchor="b"/>
          <a:lstStyle>
            <a:lvl1pPr algn="l">
              <a:defRPr sz="1300"/>
            </a:lvl1pPr>
          </a:lstStyle>
          <a:p>
            <a:pPr>
              <a:defRPr/>
            </a:pPr>
            <a:endParaRPr lang="en-US" dirty="0"/>
          </a:p>
        </p:txBody>
      </p:sp>
      <p:sp>
        <p:nvSpPr>
          <p:cNvPr id="7" name="Slide Number Placeholder 6"/>
          <p:cNvSpPr>
            <a:spLocks noGrp="1"/>
          </p:cNvSpPr>
          <p:nvPr>
            <p:ph type="sldNum" sz="quarter" idx="5"/>
          </p:nvPr>
        </p:nvSpPr>
        <p:spPr>
          <a:xfrm>
            <a:off x="5439014" y="6947747"/>
            <a:ext cx="4160520" cy="365760"/>
          </a:xfrm>
          <a:prstGeom prst="rect">
            <a:avLst/>
          </a:prstGeom>
        </p:spPr>
        <p:txBody>
          <a:bodyPr vert="horz" lIns="96661" tIns="48331" rIns="96661" bIns="48331" rtlCol="0" anchor="b"/>
          <a:lstStyle>
            <a:lvl1pPr algn="r">
              <a:defRPr sz="1300"/>
            </a:lvl1pPr>
          </a:lstStyle>
          <a:p>
            <a:pPr>
              <a:defRPr/>
            </a:pPr>
            <a:fld id="{095823FB-3E7A-4815-914B-4B33629D59C3}" type="slidenum">
              <a:rPr lang="en-US"/>
              <a:t>‹#›</a:t>
            </a:fld>
            <a:endParaRPr lang="en-US" dirty="0"/>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Slide Image Placeholder 1"/>
          <p:cNvSpPr>
            <a:spLocks noGrp="1" noRot="1" noChangeAspect="1" noTextEdit="1"/>
          </p:cNvSpPr>
          <p:nvPr>
            <p:ph type="sldImg"/>
          </p:nvPr>
        </p:nvSpPr>
        <p:spPr bwMode="auto">
          <a:xfrm>
            <a:off x="2855913" y="549275"/>
            <a:ext cx="3889375" cy="2743200"/>
          </a:xfrm>
          <a:noFill/>
          <a:ln>
            <a:solidFill>
              <a:srgbClr val="000000"/>
            </a:solidFill>
            <a:miter lim="800000"/>
          </a:ln>
        </p:spPr>
      </p:sp>
      <p:sp>
        <p:nvSpPr>
          <p:cNvPr id="4099" name="Notes Placeholder 2"/>
          <p:cNvSpPr>
            <a:spLocks noGrp="1"/>
          </p:cNvSpPr>
          <p:nvPr>
            <p:ph type="body" idx="1"/>
          </p:nvPr>
        </p:nvSpPr>
        <p:spPr bwMode="auto">
          <a:noFill/>
        </p:spPr>
        <p:txBody>
          <a:bodyPr wrap="square" numCol="1" anchor="t" anchorCtr="0" compatLnSpc="1"/>
          <a:lstStyle/>
          <a:p>
            <a:pPr eaLnBrk="1" hangingPunct="1">
              <a:spcBef>
                <a:spcPct val="0"/>
              </a:spcBef>
            </a:pPr>
            <a:endParaRPr lang="en-US" b="1" dirty="0"/>
          </a:p>
        </p:txBody>
      </p:sp>
      <p:sp>
        <p:nvSpPr>
          <p:cNvPr id="4100" name="Slide Number Placeholder 3"/>
          <p:cNvSpPr>
            <a:spLocks noGrp="1"/>
          </p:cNvSpPr>
          <p:nvPr>
            <p:ph type="sldNum" sz="quarter" idx="5"/>
          </p:nvPr>
        </p:nvSpPr>
        <p:spPr bwMode="auto">
          <a:noFill/>
          <a:ln>
            <a:miter lim="800000"/>
          </a:ln>
        </p:spPr>
        <p:txBody>
          <a:bodyPr wrap="square" numCol="1" anchorCtr="0" compatLnSpc="1"/>
          <a:lstStyle/>
          <a:p>
            <a:fld id="{E7FB7E0C-4FEA-4D01-9D63-D6E98DE38827}" type="slidenum">
              <a:rPr lang="en-US" smtClean="0"/>
              <a:t>1</a:t>
            </a:fld>
            <a:endParaRPr lang="en-U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604724" y="4686937"/>
            <a:ext cx="18186877" cy="3234055"/>
          </a:xfrm>
        </p:spPr>
        <p:txBody>
          <a:bodyPr/>
          <a:lstStyle/>
          <a:p>
            <a:r>
              <a:rPr lang="en-US"/>
              <a:t>Click to edit Master title style</a:t>
            </a:r>
          </a:p>
        </p:txBody>
      </p:sp>
      <p:sp>
        <p:nvSpPr>
          <p:cNvPr id="3" name="Subtitle 2"/>
          <p:cNvSpPr>
            <a:spLocks noGrp="1"/>
          </p:cNvSpPr>
          <p:nvPr>
            <p:ph type="subTitle" idx="1"/>
          </p:nvPr>
        </p:nvSpPr>
        <p:spPr>
          <a:xfrm>
            <a:off x="3209450" y="8549641"/>
            <a:ext cx="14977428" cy="3855720"/>
          </a:xfrm>
        </p:spPr>
        <p:txBody>
          <a:bodyPr/>
          <a:lstStyle>
            <a:lvl1pPr marL="0" indent="0" algn="ctr">
              <a:buNone/>
              <a:defRPr>
                <a:solidFill>
                  <a:schemeClr val="tx1">
                    <a:tint val="75000"/>
                  </a:schemeClr>
                </a:solidFill>
              </a:defRPr>
            </a:lvl1pPr>
            <a:lvl2pPr marL="1038860" indent="0" algn="ctr">
              <a:buNone/>
              <a:defRPr>
                <a:solidFill>
                  <a:schemeClr val="tx1">
                    <a:tint val="75000"/>
                  </a:schemeClr>
                </a:solidFill>
              </a:defRPr>
            </a:lvl2pPr>
            <a:lvl3pPr marL="2077720" indent="0" algn="ctr">
              <a:buNone/>
              <a:defRPr>
                <a:solidFill>
                  <a:schemeClr val="tx1">
                    <a:tint val="75000"/>
                  </a:schemeClr>
                </a:solidFill>
              </a:defRPr>
            </a:lvl3pPr>
            <a:lvl4pPr marL="3116580" indent="0" algn="ctr">
              <a:buNone/>
              <a:defRPr>
                <a:solidFill>
                  <a:schemeClr val="tx1">
                    <a:tint val="75000"/>
                  </a:schemeClr>
                </a:solidFill>
              </a:defRPr>
            </a:lvl4pPr>
            <a:lvl5pPr marL="4156075" indent="0" algn="ctr">
              <a:buNone/>
              <a:defRPr>
                <a:solidFill>
                  <a:schemeClr val="tx1">
                    <a:tint val="75000"/>
                  </a:schemeClr>
                </a:solidFill>
              </a:defRPr>
            </a:lvl5pPr>
            <a:lvl6pPr marL="5194935" indent="0" algn="ctr">
              <a:buNone/>
              <a:defRPr>
                <a:solidFill>
                  <a:schemeClr val="tx1">
                    <a:tint val="75000"/>
                  </a:schemeClr>
                </a:solidFill>
              </a:defRPr>
            </a:lvl6pPr>
            <a:lvl7pPr marL="6233795" indent="0" algn="ctr">
              <a:buNone/>
              <a:defRPr>
                <a:solidFill>
                  <a:schemeClr val="tx1">
                    <a:tint val="75000"/>
                  </a:schemeClr>
                </a:solidFill>
              </a:defRPr>
            </a:lvl7pPr>
            <a:lvl8pPr marL="7272655" indent="0" algn="ctr">
              <a:buNone/>
              <a:defRPr>
                <a:solidFill>
                  <a:schemeClr val="tx1">
                    <a:tint val="75000"/>
                  </a:schemeClr>
                </a:solidFill>
              </a:defRPr>
            </a:lvl8pPr>
            <a:lvl9pPr marL="8311515"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pPr>
              <a:defRPr/>
            </a:pPr>
            <a:fld id="{24F5460F-96E0-41BC-BFD5-E159634B3175}" type="datetimeFigureOut">
              <a:rPr lang="en-US"/>
              <a:t>5/31/2025</a:t>
            </a:fld>
            <a:endParaRPr lang="en-US" dirty="0"/>
          </a:p>
        </p:txBody>
      </p:sp>
      <p:sp>
        <p:nvSpPr>
          <p:cNvPr id="5" name="Footer Placeholder 4"/>
          <p:cNvSpPr>
            <a:spLocks noGrp="1"/>
          </p:cNvSpPr>
          <p:nvPr>
            <p:ph type="ftr" sz="quarter" idx="11"/>
          </p:nvPr>
        </p:nvSpPr>
        <p:spPr/>
        <p:txBody>
          <a:bodyPr/>
          <a:lstStyle>
            <a:lvl1pPr>
              <a:defRPr/>
            </a:lvl1pPr>
          </a:lstStyle>
          <a:p>
            <a:pPr>
              <a:defRPr/>
            </a:pP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F4BB3AD0-5DBC-48D5-BDCD-360487953A45}" type="slidenum">
              <a:rPr lang="en-US"/>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4641E83C-3328-47B5-8F6E-AC2DD1A4855E}" type="datetimeFigureOut">
              <a:rPr lang="en-US"/>
              <a:t>5/31/2025</a:t>
            </a:fld>
            <a:endParaRPr lang="en-US" dirty="0"/>
          </a:p>
        </p:txBody>
      </p:sp>
      <p:sp>
        <p:nvSpPr>
          <p:cNvPr id="5" name="Footer Placeholder 4"/>
          <p:cNvSpPr>
            <a:spLocks noGrp="1"/>
          </p:cNvSpPr>
          <p:nvPr>
            <p:ph type="ftr" sz="quarter" idx="11"/>
          </p:nvPr>
        </p:nvSpPr>
        <p:spPr/>
        <p:txBody>
          <a:bodyPr/>
          <a:lstStyle>
            <a:lvl1pPr>
              <a:defRPr/>
            </a:lvl1pPr>
          </a:lstStyle>
          <a:p>
            <a:pPr>
              <a:defRPr/>
            </a:pP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8E179CA9-CAEE-4BB7-8EFC-60BB3D80FEA2}" type="slidenum">
              <a:rPr lang="en-US"/>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690162" y="9695182"/>
            <a:ext cx="18186877" cy="2996565"/>
          </a:xfrm>
        </p:spPr>
        <p:txBody>
          <a:bodyPr anchor="t"/>
          <a:lstStyle>
            <a:lvl1pPr algn="l">
              <a:defRPr sz="9100" b="1" cap="all"/>
            </a:lvl1pPr>
          </a:lstStyle>
          <a:p>
            <a:r>
              <a:rPr lang="en-US"/>
              <a:t>Click to edit Master title style</a:t>
            </a:r>
          </a:p>
        </p:txBody>
      </p:sp>
      <p:sp>
        <p:nvSpPr>
          <p:cNvPr id="3" name="Text Placeholder 2"/>
          <p:cNvSpPr>
            <a:spLocks noGrp="1"/>
          </p:cNvSpPr>
          <p:nvPr>
            <p:ph type="body" idx="1"/>
          </p:nvPr>
        </p:nvSpPr>
        <p:spPr>
          <a:xfrm>
            <a:off x="1690162" y="6394771"/>
            <a:ext cx="18186877" cy="3300411"/>
          </a:xfrm>
        </p:spPr>
        <p:txBody>
          <a:bodyPr anchor="b"/>
          <a:lstStyle>
            <a:lvl1pPr marL="0" indent="0">
              <a:buNone/>
              <a:defRPr sz="4500">
                <a:solidFill>
                  <a:schemeClr val="tx1">
                    <a:tint val="75000"/>
                  </a:schemeClr>
                </a:solidFill>
              </a:defRPr>
            </a:lvl1pPr>
            <a:lvl2pPr marL="1038860" indent="0">
              <a:buNone/>
              <a:defRPr sz="4100">
                <a:solidFill>
                  <a:schemeClr val="tx1">
                    <a:tint val="75000"/>
                  </a:schemeClr>
                </a:solidFill>
              </a:defRPr>
            </a:lvl2pPr>
            <a:lvl3pPr marL="2077720" indent="0">
              <a:buNone/>
              <a:defRPr sz="3600">
                <a:solidFill>
                  <a:schemeClr val="tx1">
                    <a:tint val="75000"/>
                  </a:schemeClr>
                </a:solidFill>
              </a:defRPr>
            </a:lvl3pPr>
            <a:lvl4pPr marL="3116580" indent="0">
              <a:buNone/>
              <a:defRPr sz="3200">
                <a:solidFill>
                  <a:schemeClr val="tx1">
                    <a:tint val="75000"/>
                  </a:schemeClr>
                </a:solidFill>
              </a:defRPr>
            </a:lvl4pPr>
            <a:lvl5pPr marL="4156075" indent="0">
              <a:buNone/>
              <a:defRPr sz="3200">
                <a:solidFill>
                  <a:schemeClr val="tx1">
                    <a:tint val="75000"/>
                  </a:schemeClr>
                </a:solidFill>
              </a:defRPr>
            </a:lvl5pPr>
            <a:lvl6pPr marL="5194935" indent="0">
              <a:buNone/>
              <a:defRPr sz="3200">
                <a:solidFill>
                  <a:schemeClr val="tx1">
                    <a:tint val="75000"/>
                  </a:schemeClr>
                </a:solidFill>
              </a:defRPr>
            </a:lvl6pPr>
            <a:lvl7pPr marL="6233795" indent="0">
              <a:buNone/>
              <a:defRPr sz="3200">
                <a:solidFill>
                  <a:schemeClr val="tx1">
                    <a:tint val="75000"/>
                  </a:schemeClr>
                </a:solidFill>
              </a:defRPr>
            </a:lvl7pPr>
            <a:lvl8pPr marL="7272655" indent="0">
              <a:buNone/>
              <a:defRPr sz="3200">
                <a:solidFill>
                  <a:schemeClr val="tx1">
                    <a:tint val="75000"/>
                  </a:schemeClr>
                </a:solidFill>
              </a:defRPr>
            </a:lvl8pPr>
            <a:lvl9pPr marL="8311515" indent="0">
              <a:buNone/>
              <a:defRPr sz="32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pPr>
              <a:defRPr/>
            </a:pPr>
            <a:fld id="{A58BD1A3-08D1-4783-BE32-9483B8F2332C}" type="datetimeFigureOut">
              <a:rPr lang="en-US"/>
              <a:t>5/31/2025</a:t>
            </a:fld>
            <a:endParaRPr lang="en-US" dirty="0"/>
          </a:p>
        </p:txBody>
      </p:sp>
      <p:sp>
        <p:nvSpPr>
          <p:cNvPr id="5" name="Footer Placeholder 4"/>
          <p:cNvSpPr>
            <a:spLocks noGrp="1"/>
          </p:cNvSpPr>
          <p:nvPr>
            <p:ph type="ftr" sz="quarter" idx="11"/>
          </p:nvPr>
        </p:nvSpPr>
        <p:spPr/>
        <p:txBody>
          <a:bodyPr/>
          <a:lstStyle>
            <a:lvl1pPr>
              <a:defRPr/>
            </a:lvl1pPr>
          </a:lstStyle>
          <a:p>
            <a:pPr>
              <a:defRPr/>
            </a:pP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7B4F12C6-BDBE-4921-B43C-0B64A03B68FB}" type="slidenum">
              <a:rPr lang="en-US"/>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3540053" y="10903587"/>
            <a:ext cx="31663589" cy="30842269"/>
          </a:xfrm>
        </p:spPr>
        <p:txBody>
          <a:bodyPr/>
          <a:lstStyle>
            <a:lvl1pPr>
              <a:defRPr sz="6400"/>
            </a:lvl1pPr>
            <a:lvl2pPr>
              <a:defRPr sz="5400"/>
            </a:lvl2pPr>
            <a:lvl3pPr>
              <a:defRPr sz="4500"/>
            </a:lvl3pPr>
            <a:lvl4pPr>
              <a:defRPr sz="4100"/>
            </a:lvl4pPr>
            <a:lvl5pPr>
              <a:defRPr sz="4100"/>
            </a:lvl5pPr>
            <a:lvl6pPr>
              <a:defRPr sz="4100"/>
            </a:lvl6pPr>
            <a:lvl7pPr>
              <a:defRPr sz="4100"/>
            </a:lvl7pPr>
            <a:lvl8pPr>
              <a:defRPr sz="4100"/>
            </a:lvl8pPr>
            <a:lvl9pPr>
              <a:defRPr sz="41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35560250" y="10903587"/>
            <a:ext cx="31667303" cy="30842269"/>
          </a:xfrm>
        </p:spPr>
        <p:txBody>
          <a:bodyPr/>
          <a:lstStyle>
            <a:lvl1pPr>
              <a:defRPr sz="6400"/>
            </a:lvl1pPr>
            <a:lvl2pPr>
              <a:defRPr sz="5400"/>
            </a:lvl2pPr>
            <a:lvl3pPr>
              <a:defRPr sz="4500"/>
            </a:lvl3pPr>
            <a:lvl4pPr>
              <a:defRPr sz="4100"/>
            </a:lvl4pPr>
            <a:lvl5pPr>
              <a:defRPr sz="4100"/>
            </a:lvl5pPr>
            <a:lvl6pPr>
              <a:defRPr sz="4100"/>
            </a:lvl6pPr>
            <a:lvl7pPr>
              <a:defRPr sz="4100"/>
            </a:lvl7pPr>
            <a:lvl8pPr>
              <a:defRPr sz="4100"/>
            </a:lvl8pPr>
            <a:lvl9pPr>
              <a:defRPr sz="41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pPr>
              <a:defRPr/>
            </a:pPr>
            <a:fld id="{785FD71E-2DFD-4F23-A448-ACECB91B2C59}" type="datetimeFigureOut">
              <a:rPr lang="en-US"/>
              <a:t>5/31/2025</a:t>
            </a:fld>
            <a:endParaRPr lang="en-US" dirty="0"/>
          </a:p>
        </p:txBody>
      </p:sp>
      <p:sp>
        <p:nvSpPr>
          <p:cNvPr id="6" name="Footer Placeholder 4"/>
          <p:cNvSpPr>
            <a:spLocks noGrp="1"/>
          </p:cNvSpPr>
          <p:nvPr>
            <p:ph type="ftr" sz="quarter" idx="11"/>
          </p:nvPr>
        </p:nvSpPr>
        <p:spPr/>
        <p:txBody>
          <a:bodyPr/>
          <a:lstStyle>
            <a:lvl1pPr>
              <a:defRPr/>
            </a:lvl1pPr>
          </a:lstStyle>
          <a:p>
            <a:pPr>
              <a:defRPr/>
            </a:pPr>
            <a:endParaRPr lang="en-US" dirty="0"/>
          </a:p>
        </p:txBody>
      </p:sp>
      <p:sp>
        <p:nvSpPr>
          <p:cNvPr id="7" name="Slide Number Placeholder 5"/>
          <p:cNvSpPr>
            <a:spLocks noGrp="1"/>
          </p:cNvSpPr>
          <p:nvPr>
            <p:ph type="sldNum" sz="quarter" idx="12"/>
          </p:nvPr>
        </p:nvSpPr>
        <p:spPr/>
        <p:txBody>
          <a:bodyPr/>
          <a:lstStyle>
            <a:lvl1pPr>
              <a:defRPr/>
            </a:lvl1pPr>
          </a:lstStyle>
          <a:p>
            <a:pPr>
              <a:defRPr/>
            </a:pPr>
            <a:fld id="{15706F45-AC25-4817-AACF-54B8C6C580FA}" type="slidenum">
              <a:rPr lang="en-US"/>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069817" y="604204"/>
            <a:ext cx="19256692" cy="25146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1069816" y="3377249"/>
            <a:ext cx="9453760" cy="1407476"/>
          </a:xfrm>
        </p:spPr>
        <p:txBody>
          <a:bodyPr anchor="b"/>
          <a:lstStyle>
            <a:lvl1pPr marL="0" indent="0">
              <a:buNone/>
              <a:defRPr sz="5400" b="1"/>
            </a:lvl1pPr>
            <a:lvl2pPr marL="1038860" indent="0">
              <a:buNone/>
              <a:defRPr sz="4500" b="1"/>
            </a:lvl2pPr>
            <a:lvl3pPr marL="2077720" indent="0">
              <a:buNone/>
              <a:defRPr sz="4100" b="1"/>
            </a:lvl3pPr>
            <a:lvl4pPr marL="3116580" indent="0">
              <a:buNone/>
              <a:defRPr sz="3600" b="1"/>
            </a:lvl4pPr>
            <a:lvl5pPr marL="4156075" indent="0">
              <a:buNone/>
              <a:defRPr sz="3600" b="1"/>
            </a:lvl5pPr>
            <a:lvl6pPr marL="5194935" indent="0">
              <a:buNone/>
              <a:defRPr sz="3600" b="1"/>
            </a:lvl6pPr>
            <a:lvl7pPr marL="6233795" indent="0">
              <a:buNone/>
              <a:defRPr sz="3600" b="1"/>
            </a:lvl7pPr>
            <a:lvl8pPr marL="7272655" indent="0">
              <a:buNone/>
              <a:defRPr sz="3600" b="1"/>
            </a:lvl8pPr>
            <a:lvl9pPr marL="8311515" indent="0">
              <a:buNone/>
              <a:defRPr sz="3600" b="1"/>
            </a:lvl9pPr>
          </a:lstStyle>
          <a:p>
            <a:pPr lvl="0"/>
            <a:r>
              <a:rPr lang="en-US"/>
              <a:t>Click to edit Master text styles</a:t>
            </a:r>
          </a:p>
        </p:txBody>
      </p:sp>
      <p:sp>
        <p:nvSpPr>
          <p:cNvPr id="4" name="Content Placeholder 3"/>
          <p:cNvSpPr>
            <a:spLocks noGrp="1"/>
          </p:cNvSpPr>
          <p:nvPr>
            <p:ph sz="half" idx="2"/>
          </p:nvPr>
        </p:nvSpPr>
        <p:spPr>
          <a:xfrm>
            <a:off x="1069816" y="4784725"/>
            <a:ext cx="9453760" cy="8692834"/>
          </a:xfrm>
        </p:spPr>
        <p:txBody>
          <a:bodyPr/>
          <a:lstStyle>
            <a:lvl1pPr>
              <a:defRPr sz="5400"/>
            </a:lvl1pPr>
            <a:lvl2pPr>
              <a:defRPr sz="4500"/>
            </a:lvl2pPr>
            <a:lvl3pPr>
              <a:defRPr sz="4100"/>
            </a:lvl3pPr>
            <a:lvl4pPr>
              <a:defRPr sz="3600"/>
            </a:lvl4pPr>
            <a:lvl5pPr>
              <a:defRPr sz="3600"/>
            </a:lvl5pPr>
            <a:lvl6pPr>
              <a:defRPr sz="3600"/>
            </a:lvl6pPr>
            <a:lvl7pPr>
              <a:defRPr sz="3600"/>
            </a:lvl7pPr>
            <a:lvl8pPr>
              <a:defRPr sz="3600"/>
            </a:lvl8pPr>
            <a:lvl9pPr>
              <a:defRPr sz="3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10869038" y="3377249"/>
            <a:ext cx="9457473" cy="1407476"/>
          </a:xfrm>
        </p:spPr>
        <p:txBody>
          <a:bodyPr anchor="b"/>
          <a:lstStyle>
            <a:lvl1pPr marL="0" indent="0">
              <a:buNone/>
              <a:defRPr sz="5400" b="1"/>
            </a:lvl1pPr>
            <a:lvl2pPr marL="1038860" indent="0">
              <a:buNone/>
              <a:defRPr sz="4500" b="1"/>
            </a:lvl2pPr>
            <a:lvl3pPr marL="2077720" indent="0">
              <a:buNone/>
              <a:defRPr sz="4100" b="1"/>
            </a:lvl3pPr>
            <a:lvl4pPr marL="3116580" indent="0">
              <a:buNone/>
              <a:defRPr sz="3600" b="1"/>
            </a:lvl4pPr>
            <a:lvl5pPr marL="4156075" indent="0">
              <a:buNone/>
              <a:defRPr sz="3600" b="1"/>
            </a:lvl5pPr>
            <a:lvl6pPr marL="5194935" indent="0">
              <a:buNone/>
              <a:defRPr sz="3600" b="1"/>
            </a:lvl6pPr>
            <a:lvl7pPr marL="6233795" indent="0">
              <a:buNone/>
              <a:defRPr sz="3600" b="1"/>
            </a:lvl7pPr>
            <a:lvl8pPr marL="7272655" indent="0">
              <a:buNone/>
              <a:defRPr sz="3600" b="1"/>
            </a:lvl8pPr>
            <a:lvl9pPr marL="8311515" indent="0">
              <a:buNone/>
              <a:defRPr sz="3600" b="1"/>
            </a:lvl9pPr>
          </a:lstStyle>
          <a:p>
            <a:pPr lvl="0"/>
            <a:r>
              <a:rPr lang="en-US"/>
              <a:t>Click to edit Master text styles</a:t>
            </a:r>
          </a:p>
        </p:txBody>
      </p:sp>
      <p:sp>
        <p:nvSpPr>
          <p:cNvPr id="6" name="Content Placeholder 5"/>
          <p:cNvSpPr>
            <a:spLocks noGrp="1"/>
          </p:cNvSpPr>
          <p:nvPr>
            <p:ph sz="quarter" idx="4"/>
          </p:nvPr>
        </p:nvSpPr>
        <p:spPr>
          <a:xfrm>
            <a:off x="10869038" y="4784725"/>
            <a:ext cx="9457473" cy="8692834"/>
          </a:xfrm>
        </p:spPr>
        <p:txBody>
          <a:bodyPr/>
          <a:lstStyle>
            <a:lvl1pPr>
              <a:defRPr sz="5400"/>
            </a:lvl1pPr>
            <a:lvl2pPr>
              <a:defRPr sz="4500"/>
            </a:lvl2pPr>
            <a:lvl3pPr>
              <a:defRPr sz="4100"/>
            </a:lvl3pPr>
            <a:lvl4pPr>
              <a:defRPr sz="3600"/>
            </a:lvl4pPr>
            <a:lvl5pPr>
              <a:defRPr sz="3600"/>
            </a:lvl5pPr>
            <a:lvl6pPr>
              <a:defRPr sz="3600"/>
            </a:lvl6pPr>
            <a:lvl7pPr>
              <a:defRPr sz="3600"/>
            </a:lvl7pPr>
            <a:lvl8pPr>
              <a:defRPr sz="3600"/>
            </a:lvl8pPr>
            <a:lvl9pPr>
              <a:defRPr sz="3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pPr>
              <a:defRPr/>
            </a:pPr>
            <a:fld id="{7CA1FB7C-CAD3-4979-BB8E-DDCF03472B9C}" type="datetimeFigureOut">
              <a:rPr lang="en-US"/>
              <a:t>5/31/2025</a:t>
            </a:fld>
            <a:endParaRPr lang="en-US" dirty="0"/>
          </a:p>
        </p:txBody>
      </p:sp>
      <p:sp>
        <p:nvSpPr>
          <p:cNvPr id="8" name="Footer Placeholder 4"/>
          <p:cNvSpPr>
            <a:spLocks noGrp="1"/>
          </p:cNvSpPr>
          <p:nvPr>
            <p:ph type="ftr" sz="quarter" idx="11"/>
          </p:nvPr>
        </p:nvSpPr>
        <p:spPr/>
        <p:txBody>
          <a:bodyPr/>
          <a:lstStyle>
            <a:lvl1pPr>
              <a:defRPr/>
            </a:lvl1pPr>
          </a:lstStyle>
          <a:p>
            <a:pPr>
              <a:defRPr/>
            </a:pPr>
            <a:endParaRPr lang="en-US" dirty="0"/>
          </a:p>
        </p:txBody>
      </p:sp>
      <p:sp>
        <p:nvSpPr>
          <p:cNvPr id="9" name="Slide Number Placeholder 5"/>
          <p:cNvSpPr>
            <a:spLocks noGrp="1"/>
          </p:cNvSpPr>
          <p:nvPr>
            <p:ph type="sldNum" sz="quarter" idx="12"/>
          </p:nvPr>
        </p:nvSpPr>
        <p:spPr/>
        <p:txBody>
          <a:bodyPr/>
          <a:lstStyle>
            <a:lvl1pPr>
              <a:defRPr/>
            </a:lvl1pPr>
          </a:lstStyle>
          <a:p>
            <a:pPr>
              <a:defRPr/>
            </a:pPr>
            <a:fld id="{531507D2-9CBF-494B-8A56-EF5DC47183D3}" type="slidenum">
              <a:rPr lang="en-US"/>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pPr>
              <a:defRPr/>
            </a:pPr>
            <a:fld id="{86FA2579-1276-4A74-87A1-6D0FE2FF372C}" type="datetimeFigureOut">
              <a:rPr lang="en-US"/>
              <a:t>5/31/2025</a:t>
            </a:fld>
            <a:endParaRPr lang="en-US" dirty="0"/>
          </a:p>
        </p:txBody>
      </p:sp>
      <p:sp>
        <p:nvSpPr>
          <p:cNvPr id="4" name="Footer Placeholder 4"/>
          <p:cNvSpPr>
            <a:spLocks noGrp="1"/>
          </p:cNvSpPr>
          <p:nvPr>
            <p:ph type="ftr" sz="quarter" idx="11"/>
          </p:nvPr>
        </p:nvSpPr>
        <p:spPr/>
        <p:txBody>
          <a:bodyPr/>
          <a:lstStyle>
            <a:lvl1pPr>
              <a:defRPr/>
            </a:lvl1pPr>
          </a:lstStyle>
          <a:p>
            <a:pPr>
              <a:defRPr/>
            </a:pPr>
            <a:endParaRPr lang="en-US" dirty="0"/>
          </a:p>
        </p:txBody>
      </p:sp>
      <p:sp>
        <p:nvSpPr>
          <p:cNvPr id="5" name="Slide Number Placeholder 5"/>
          <p:cNvSpPr>
            <a:spLocks noGrp="1"/>
          </p:cNvSpPr>
          <p:nvPr>
            <p:ph type="sldNum" sz="quarter" idx="12"/>
          </p:nvPr>
        </p:nvSpPr>
        <p:spPr/>
        <p:txBody>
          <a:bodyPr/>
          <a:lstStyle>
            <a:lvl1pPr>
              <a:defRPr/>
            </a:lvl1pPr>
          </a:lstStyle>
          <a:p>
            <a:pPr>
              <a:defRPr/>
            </a:pPr>
            <a:fld id="{3F546B4A-9340-49C8-807A-7783BD84082F}" type="slidenum">
              <a:rPr lang="en-US"/>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828E265A-1361-4AEA-8A14-E101C8394C8C}" type="datetimeFigureOut">
              <a:rPr lang="en-US"/>
              <a:t>5/31/2025</a:t>
            </a:fld>
            <a:endParaRPr lang="en-US" dirty="0"/>
          </a:p>
        </p:txBody>
      </p:sp>
      <p:sp>
        <p:nvSpPr>
          <p:cNvPr id="3" name="Footer Placeholder 4"/>
          <p:cNvSpPr>
            <a:spLocks noGrp="1"/>
          </p:cNvSpPr>
          <p:nvPr>
            <p:ph type="ftr" sz="quarter" idx="11"/>
          </p:nvPr>
        </p:nvSpPr>
        <p:spPr/>
        <p:txBody>
          <a:bodyPr/>
          <a:lstStyle>
            <a:lvl1pPr>
              <a:defRPr/>
            </a:lvl1pPr>
          </a:lstStyle>
          <a:p>
            <a:pPr>
              <a:defRPr/>
            </a:pPr>
            <a:endParaRPr lang="en-US" dirty="0"/>
          </a:p>
        </p:txBody>
      </p:sp>
      <p:sp>
        <p:nvSpPr>
          <p:cNvPr id="4" name="Slide Number Placeholder 5"/>
          <p:cNvSpPr>
            <a:spLocks noGrp="1"/>
          </p:cNvSpPr>
          <p:nvPr>
            <p:ph type="sldNum" sz="quarter" idx="12"/>
          </p:nvPr>
        </p:nvSpPr>
        <p:spPr/>
        <p:txBody>
          <a:bodyPr/>
          <a:lstStyle>
            <a:lvl1pPr>
              <a:defRPr/>
            </a:lvl1pPr>
          </a:lstStyle>
          <a:p>
            <a:pPr>
              <a:defRPr/>
            </a:pPr>
            <a:fld id="{7B84815A-3B0E-4997-A765-CDBFE7D75534}" type="slidenum">
              <a:rPr lang="en-US"/>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069818" y="600711"/>
            <a:ext cx="7039244" cy="2556510"/>
          </a:xfrm>
        </p:spPr>
        <p:txBody>
          <a:bodyPr anchor="b"/>
          <a:lstStyle>
            <a:lvl1pPr algn="l">
              <a:defRPr sz="4500" b="1"/>
            </a:lvl1pPr>
          </a:lstStyle>
          <a:p>
            <a:r>
              <a:rPr lang="en-US"/>
              <a:t>Click to edit Master title style</a:t>
            </a:r>
          </a:p>
        </p:txBody>
      </p:sp>
      <p:sp>
        <p:nvSpPr>
          <p:cNvPr id="3" name="Content Placeholder 2"/>
          <p:cNvSpPr>
            <a:spLocks noGrp="1"/>
          </p:cNvSpPr>
          <p:nvPr>
            <p:ph idx="1"/>
          </p:nvPr>
        </p:nvSpPr>
        <p:spPr>
          <a:xfrm>
            <a:off x="8365369" y="600712"/>
            <a:ext cx="11961140" cy="12876848"/>
          </a:xfrm>
        </p:spPr>
        <p:txBody>
          <a:bodyPr/>
          <a:lstStyle>
            <a:lvl1pPr>
              <a:defRPr sz="7300"/>
            </a:lvl1pPr>
            <a:lvl2pPr>
              <a:defRPr sz="6400"/>
            </a:lvl2pPr>
            <a:lvl3pPr>
              <a:defRPr sz="5400"/>
            </a:lvl3pPr>
            <a:lvl4pPr>
              <a:defRPr sz="4500"/>
            </a:lvl4pPr>
            <a:lvl5pPr>
              <a:defRPr sz="4500"/>
            </a:lvl5pPr>
            <a:lvl6pPr>
              <a:defRPr sz="4500"/>
            </a:lvl6pPr>
            <a:lvl7pPr>
              <a:defRPr sz="4500"/>
            </a:lvl7pPr>
            <a:lvl8pPr>
              <a:defRPr sz="4500"/>
            </a:lvl8pPr>
            <a:lvl9pPr>
              <a:defRPr sz="4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1069818" y="3157222"/>
            <a:ext cx="7039244" cy="10320338"/>
          </a:xfrm>
        </p:spPr>
        <p:txBody>
          <a:bodyPr/>
          <a:lstStyle>
            <a:lvl1pPr marL="0" indent="0">
              <a:buNone/>
              <a:defRPr sz="3200"/>
            </a:lvl1pPr>
            <a:lvl2pPr marL="1038860" indent="0">
              <a:buNone/>
              <a:defRPr sz="2800"/>
            </a:lvl2pPr>
            <a:lvl3pPr marL="2077720" indent="0">
              <a:buNone/>
              <a:defRPr sz="2300"/>
            </a:lvl3pPr>
            <a:lvl4pPr marL="3116580" indent="0">
              <a:buNone/>
              <a:defRPr sz="2000"/>
            </a:lvl4pPr>
            <a:lvl5pPr marL="4156075" indent="0">
              <a:buNone/>
              <a:defRPr sz="2000"/>
            </a:lvl5pPr>
            <a:lvl6pPr marL="5194935" indent="0">
              <a:buNone/>
              <a:defRPr sz="2000"/>
            </a:lvl6pPr>
            <a:lvl7pPr marL="6233795" indent="0">
              <a:buNone/>
              <a:defRPr sz="2000"/>
            </a:lvl7pPr>
            <a:lvl8pPr marL="7272655" indent="0">
              <a:buNone/>
              <a:defRPr sz="2000"/>
            </a:lvl8pPr>
            <a:lvl9pPr marL="8311515" indent="0">
              <a:buNone/>
              <a:defRPr sz="20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84F6368B-BFDC-4FD9-BB47-0294E095E7C7}" type="datetimeFigureOut">
              <a:rPr lang="en-US"/>
              <a:t>5/31/2025</a:t>
            </a:fld>
            <a:endParaRPr lang="en-US" dirty="0"/>
          </a:p>
        </p:txBody>
      </p:sp>
      <p:sp>
        <p:nvSpPr>
          <p:cNvPr id="6" name="Footer Placeholder 4"/>
          <p:cNvSpPr>
            <a:spLocks noGrp="1"/>
          </p:cNvSpPr>
          <p:nvPr>
            <p:ph type="ftr" sz="quarter" idx="11"/>
          </p:nvPr>
        </p:nvSpPr>
        <p:spPr/>
        <p:txBody>
          <a:bodyPr/>
          <a:lstStyle>
            <a:lvl1pPr>
              <a:defRPr/>
            </a:lvl1pPr>
          </a:lstStyle>
          <a:p>
            <a:pPr>
              <a:defRPr/>
            </a:pPr>
            <a:endParaRPr lang="en-US" dirty="0"/>
          </a:p>
        </p:txBody>
      </p:sp>
      <p:sp>
        <p:nvSpPr>
          <p:cNvPr id="7" name="Slide Number Placeholder 5"/>
          <p:cNvSpPr>
            <a:spLocks noGrp="1"/>
          </p:cNvSpPr>
          <p:nvPr>
            <p:ph type="sldNum" sz="quarter" idx="12"/>
          </p:nvPr>
        </p:nvSpPr>
        <p:spPr/>
        <p:txBody>
          <a:bodyPr/>
          <a:lstStyle>
            <a:lvl1pPr>
              <a:defRPr/>
            </a:lvl1pPr>
          </a:lstStyle>
          <a:p>
            <a:pPr>
              <a:defRPr/>
            </a:pPr>
            <a:fld id="{FEA0EB0D-B40A-4476-A042-007224BD9F0A}" type="slidenum">
              <a:rPr lang="en-US"/>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193830" y="10561319"/>
            <a:ext cx="12837795" cy="1246824"/>
          </a:xfrm>
        </p:spPr>
        <p:txBody>
          <a:bodyPr anchor="b"/>
          <a:lstStyle>
            <a:lvl1pPr algn="l">
              <a:defRPr sz="4500" b="1"/>
            </a:lvl1pPr>
          </a:lstStyle>
          <a:p>
            <a:r>
              <a:rPr lang="en-US"/>
              <a:t>Click to edit Master title style</a:t>
            </a:r>
          </a:p>
        </p:txBody>
      </p:sp>
      <p:sp>
        <p:nvSpPr>
          <p:cNvPr id="3" name="Picture Placeholder 2"/>
          <p:cNvSpPr>
            <a:spLocks noGrp="1"/>
          </p:cNvSpPr>
          <p:nvPr>
            <p:ph type="pic" idx="1"/>
          </p:nvPr>
        </p:nvSpPr>
        <p:spPr>
          <a:xfrm>
            <a:off x="4193830" y="1348106"/>
            <a:ext cx="12837795" cy="9052560"/>
          </a:xfrm>
        </p:spPr>
        <p:txBody>
          <a:bodyPr rtlCol="0">
            <a:normAutofit/>
          </a:bodyPr>
          <a:lstStyle>
            <a:lvl1pPr marL="0" indent="0">
              <a:buNone/>
              <a:defRPr sz="7300"/>
            </a:lvl1pPr>
            <a:lvl2pPr marL="1038860" indent="0">
              <a:buNone/>
              <a:defRPr sz="6400"/>
            </a:lvl2pPr>
            <a:lvl3pPr marL="2077720" indent="0">
              <a:buNone/>
              <a:defRPr sz="5400"/>
            </a:lvl3pPr>
            <a:lvl4pPr marL="3116580" indent="0">
              <a:buNone/>
              <a:defRPr sz="4500"/>
            </a:lvl4pPr>
            <a:lvl5pPr marL="4156075" indent="0">
              <a:buNone/>
              <a:defRPr sz="4500"/>
            </a:lvl5pPr>
            <a:lvl6pPr marL="5194935" indent="0">
              <a:buNone/>
              <a:defRPr sz="4500"/>
            </a:lvl6pPr>
            <a:lvl7pPr marL="6233795" indent="0">
              <a:buNone/>
              <a:defRPr sz="4500"/>
            </a:lvl7pPr>
            <a:lvl8pPr marL="7272655" indent="0">
              <a:buNone/>
              <a:defRPr sz="4500"/>
            </a:lvl8pPr>
            <a:lvl9pPr marL="8311515" indent="0">
              <a:buNone/>
              <a:defRPr sz="4500"/>
            </a:lvl9pPr>
          </a:lstStyle>
          <a:p>
            <a:pPr lvl="0"/>
            <a:endParaRPr lang="en-US" noProof="0" dirty="0"/>
          </a:p>
        </p:txBody>
      </p:sp>
      <p:sp>
        <p:nvSpPr>
          <p:cNvPr id="4" name="Text Placeholder 3"/>
          <p:cNvSpPr>
            <a:spLocks noGrp="1"/>
          </p:cNvSpPr>
          <p:nvPr>
            <p:ph type="body" sz="half" idx="2"/>
          </p:nvPr>
        </p:nvSpPr>
        <p:spPr>
          <a:xfrm>
            <a:off x="4193830" y="11808145"/>
            <a:ext cx="12837795" cy="1770696"/>
          </a:xfrm>
        </p:spPr>
        <p:txBody>
          <a:bodyPr/>
          <a:lstStyle>
            <a:lvl1pPr marL="0" indent="0">
              <a:buNone/>
              <a:defRPr sz="3200"/>
            </a:lvl1pPr>
            <a:lvl2pPr marL="1038860" indent="0">
              <a:buNone/>
              <a:defRPr sz="2800"/>
            </a:lvl2pPr>
            <a:lvl3pPr marL="2077720" indent="0">
              <a:buNone/>
              <a:defRPr sz="2300"/>
            </a:lvl3pPr>
            <a:lvl4pPr marL="3116580" indent="0">
              <a:buNone/>
              <a:defRPr sz="2000"/>
            </a:lvl4pPr>
            <a:lvl5pPr marL="4156075" indent="0">
              <a:buNone/>
              <a:defRPr sz="2000"/>
            </a:lvl5pPr>
            <a:lvl6pPr marL="5194935" indent="0">
              <a:buNone/>
              <a:defRPr sz="2000"/>
            </a:lvl6pPr>
            <a:lvl7pPr marL="6233795" indent="0">
              <a:buNone/>
              <a:defRPr sz="2000"/>
            </a:lvl7pPr>
            <a:lvl8pPr marL="7272655" indent="0">
              <a:buNone/>
              <a:defRPr sz="2000"/>
            </a:lvl8pPr>
            <a:lvl9pPr marL="8311515" indent="0">
              <a:buNone/>
              <a:defRPr sz="20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54B24F50-1CD8-4B77-BE20-CFD245A62816}" type="datetimeFigureOut">
              <a:rPr lang="en-US"/>
              <a:t>5/31/2025</a:t>
            </a:fld>
            <a:endParaRPr lang="en-US" dirty="0"/>
          </a:p>
        </p:txBody>
      </p:sp>
      <p:sp>
        <p:nvSpPr>
          <p:cNvPr id="6" name="Footer Placeholder 4"/>
          <p:cNvSpPr>
            <a:spLocks noGrp="1"/>
          </p:cNvSpPr>
          <p:nvPr>
            <p:ph type="ftr" sz="quarter" idx="11"/>
          </p:nvPr>
        </p:nvSpPr>
        <p:spPr/>
        <p:txBody>
          <a:bodyPr/>
          <a:lstStyle>
            <a:lvl1pPr>
              <a:defRPr/>
            </a:lvl1pPr>
          </a:lstStyle>
          <a:p>
            <a:pPr>
              <a:defRPr/>
            </a:pPr>
            <a:endParaRPr lang="en-US" dirty="0"/>
          </a:p>
        </p:txBody>
      </p:sp>
      <p:sp>
        <p:nvSpPr>
          <p:cNvPr id="7" name="Slide Number Placeholder 5"/>
          <p:cNvSpPr>
            <a:spLocks noGrp="1"/>
          </p:cNvSpPr>
          <p:nvPr>
            <p:ph type="sldNum" sz="quarter" idx="12"/>
          </p:nvPr>
        </p:nvSpPr>
        <p:spPr/>
        <p:txBody>
          <a:bodyPr/>
          <a:lstStyle>
            <a:lvl1pPr>
              <a:defRPr/>
            </a:lvl1pPr>
          </a:lstStyle>
          <a:p>
            <a:pPr>
              <a:defRPr/>
            </a:pPr>
            <a:fld id="{7DD18976-4C8D-4EDB-A1D9-42BB65F6CA2F}" type="slidenum">
              <a:rPr lang="en-US"/>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96F35837-7092-45D4-8203-1DECF2FA5DEF}" type="datetimeFigureOut">
              <a:rPr lang="en-US"/>
              <a:t>5/31/2025</a:t>
            </a:fld>
            <a:endParaRPr lang="en-US" dirty="0"/>
          </a:p>
        </p:txBody>
      </p:sp>
      <p:sp>
        <p:nvSpPr>
          <p:cNvPr id="5" name="Footer Placeholder 4"/>
          <p:cNvSpPr>
            <a:spLocks noGrp="1"/>
          </p:cNvSpPr>
          <p:nvPr>
            <p:ph type="ftr" sz="quarter" idx="11"/>
          </p:nvPr>
        </p:nvSpPr>
        <p:spPr/>
        <p:txBody>
          <a:bodyPr/>
          <a:lstStyle>
            <a:lvl1pPr>
              <a:defRPr/>
            </a:lvl1pPr>
          </a:lstStyle>
          <a:p>
            <a:pPr>
              <a:defRPr/>
            </a:pP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064D52EC-F445-4909-BEE7-D61A89EDE60E}" type="slidenum">
              <a:rPr lang="en-US"/>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51306607" y="1871980"/>
            <a:ext cx="15920946" cy="39873873"/>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3540052" y="1871980"/>
            <a:ext cx="47409946" cy="3987387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8F62A16A-F627-46B0-B05E-C9F55505C59C}" type="datetimeFigureOut">
              <a:rPr lang="en-US"/>
              <a:t>5/31/2025</a:t>
            </a:fld>
            <a:endParaRPr lang="en-US" dirty="0"/>
          </a:p>
        </p:txBody>
      </p:sp>
      <p:sp>
        <p:nvSpPr>
          <p:cNvPr id="5" name="Footer Placeholder 4"/>
          <p:cNvSpPr>
            <a:spLocks noGrp="1"/>
          </p:cNvSpPr>
          <p:nvPr>
            <p:ph type="ftr" sz="quarter" idx="11"/>
          </p:nvPr>
        </p:nvSpPr>
        <p:spPr/>
        <p:txBody>
          <a:bodyPr/>
          <a:lstStyle>
            <a:lvl1pPr>
              <a:defRPr/>
            </a:lvl1pPr>
          </a:lstStyle>
          <a:p>
            <a:pPr>
              <a:defRPr/>
            </a:pP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6A913833-D753-453C-8296-ABA66C37EEE1}" type="slidenum">
              <a:rPr lang="en-US"/>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1069737" y="603441"/>
            <a:ext cx="19256851" cy="2515128"/>
          </a:xfrm>
          <a:prstGeom prst="rect">
            <a:avLst/>
          </a:prstGeom>
          <a:noFill/>
          <a:ln w="9525">
            <a:noFill/>
            <a:miter lim="800000"/>
          </a:ln>
        </p:spPr>
        <p:txBody>
          <a:bodyPr vert="horz" wrap="square" lIns="207793" tIns="103897" rIns="207793" bIns="103897" numCol="1" anchor="ctr" anchorCtr="0" compatLnSpc="1"/>
          <a:lstStyle/>
          <a:p>
            <a:pPr lvl="0"/>
            <a:r>
              <a:rPr lang="en-US"/>
              <a:t>Click to edit Master title style</a:t>
            </a:r>
          </a:p>
        </p:txBody>
      </p:sp>
      <p:sp>
        <p:nvSpPr>
          <p:cNvPr id="1027" name="Text Placeholder 2"/>
          <p:cNvSpPr>
            <a:spLocks noGrp="1"/>
          </p:cNvSpPr>
          <p:nvPr>
            <p:ph type="body" idx="1"/>
          </p:nvPr>
        </p:nvSpPr>
        <p:spPr bwMode="auto">
          <a:xfrm>
            <a:off x="1069737" y="3520863"/>
            <a:ext cx="19256851" cy="9955979"/>
          </a:xfrm>
          <a:prstGeom prst="rect">
            <a:avLst/>
          </a:prstGeom>
          <a:noFill/>
          <a:ln w="9525">
            <a:noFill/>
            <a:miter lim="800000"/>
          </a:ln>
        </p:spPr>
        <p:txBody>
          <a:bodyPr vert="horz" wrap="square" lIns="207793" tIns="103897" rIns="207793" bIns="103897" numCol="1" anchor="t" anchorCtr="0" compatLnSpc="1"/>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1069737" y="13983668"/>
            <a:ext cx="4992103" cy="803003"/>
          </a:xfrm>
          <a:prstGeom prst="rect">
            <a:avLst/>
          </a:prstGeom>
        </p:spPr>
        <p:txBody>
          <a:bodyPr vert="horz" lIns="207793" tIns="103897" rIns="207793" bIns="103897" rtlCol="0" anchor="ctr"/>
          <a:lstStyle>
            <a:lvl1pPr algn="l" defTabSz="2077720" fontAlgn="auto">
              <a:spcBef>
                <a:spcPts val="0"/>
              </a:spcBef>
              <a:spcAft>
                <a:spcPts val="0"/>
              </a:spcAft>
              <a:defRPr sz="2800">
                <a:solidFill>
                  <a:schemeClr val="tx1">
                    <a:tint val="75000"/>
                  </a:schemeClr>
                </a:solidFill>
                <a:latin typeface="+mn-lt"/>
              </a:defRPr>
            </a:lvl1pPr>
          </a:lstStyle>
          <a:p>
            <a:pPr>
              <a:defRPr/>
            </a:pPr>
            <a:fld id="{C3649540-97AF-4BB8-BF1D-44EE7EB337A9}" type="datetimeFigureOut">
              <a:rPr lang="en-US"/>
              <a:t>5/31/2025</a:t>
            </a:fld>
            <a:endParaRPr lang="en-US" dirty="0"/>
          </a:p>
        </p:txBody>
      </p:sp>
      <p:sp>
        <p:nvSpPr>
          <p:cNvPr id="5" name="Footer Placeholder 4"/>
          <p:cNvSpPr>
            <a:spLocks noGrp="1"/>
          </p:cNvSpPr>
          <p:nvPr>
            <p:ph type="ftr" sz="quarter" idx="3"/>
          </p:nvPr>
        </p:nvSpPr>
        <p:spPr>
          <a:xfrm>
            <a:off x="7310664" y="13983668"/>
            <a:ext cx="6774997" cy="803003"/>
          </a:xfrm>
          <a:prstGeom prst="rect">
            <a:avLst/>
          </a:prstGeom>
        </p:spPr>
        <p:txBody>
          <a:bodyPr vert="horz" lIns="207793" tIns="103897" rIns="207793" bIns="103897" rtlCol="0" anchor="ctr"/>
          <a:lstStyle>
            <a:lvl1pPr algn="ctr" defTabSz="2077720" fontAlgn="auto">
              <a:spcBef>
                <a:spcPts val="0"/>
              </a:spcBef>
              <a:spcAft>
                <a:spcPts val="0"/>
              </a:spcAft>
              <a:defRPr sz="2800">
                <a:solidFill>
                  <a:schemeClr val="tx1">
                    <a:tint val="75000"/>
                  </a:schemeClr>
                </a:solidFill>
                <a:latin typeface="+mn-lt"/>
              </a:defRPr>
            </a:lvl1pPr>
          </a:lstStyle>
          <a:p>
            <a:pPr>
              <a:defRPr/>
            </a:pPr>
            <a:endParaRPr lang="en-US" dirty="0"/>
          </a:p>
        </p:txBody>
      </p:sp>
      <p:sp>
        <p:nvSpPr>
          <p:cNvPr id="6" name="Slide Number Placeholder 5"/>
          <p:cNvSpPr>
            <a:spLocks noGrp="1"/>
          </p:cNvSpPr>
          <p:nvPr>
            <p:ph type="sldNum" sz="quarter" idx="4"/>
          </p:nvPr>
        </p:nvSpPr>
        <p:spPr>
          <a:xfrm>
            <a:off x="15334486" y="13983668"/>
            <a:ext cx="4992103" cy="803003"/>
          </a:xfrm>
          <a:prstGeom prst="rect">
            <a:avLst/>
          </a:prstGeom>
        </p:spPr>
        <p:txBody>
          <a:bodyPr vert="horz" lIns="207793" tIns="103897" rIns="207793" bIns="103897" rtlCol="0" anchor="ctr"/>
          <a:lstStyle>
            <a:lvl1pPr algn="r" defTabSz="2077720" fontAlgn="auto">
              <a:spcBef>
                <a:spcPts val="0"/>
              </a:spcBef>
              <a:spcAft>
                <a:spcPts val="0"/>
              </a:spcAft>
              <a:defRPr sz="2800">
                <a:solidFill>
                  <a:schemeClr val="tx1">
                    <a:tint val="75000"/>
                  </a:schemeClr>
                </a:solidFill>
                <a:latin typeface="+mn-lt"/>
              </a:defRPr>
            </a:lvl1pPr>
          </a:lstStyle>
          <a:p>
            <a:pPr>
              <a:defRPr/>
            </a:pPr>
            <a:fld id="{C8D161DD-CB27-4D32-93F1-1D522049FD1D}" type="slidenum">
              <a:rPr lang="en-US"/>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2076450" rtl="0" eaLnBrk="0" fontAlgn="base" hangingPunct="0">
        <a:spcBef>
          <a:spcPct val="0"/>
        </a:spcBef>
        <a:spcAft>
          <a:spcPct val="0"/>
        </a:spcAft>
        <a:defRPr sz="10000" kern="1200">
          <a:solidFill>
            <a:schemeClr val="tx1"/>
          </a:solidFill>
          <a:latin typeface="+mj-lt"/>
          <a:ea typeface="+mj-ea"/>
          <a:cs typeface="+mj-cs"/>
        </a:defRPr>
      </a:lvl1pPr>
      <a:lvl2pPr algn="ctr" defTabSz="2076450" rtl="0" eaLnBrk="0" fontAlgn="base" hangingPunct="0">
        <a:spcBef>
          <a:spcPct val="0"/>
        </a:spcBef>
        <a:spcAft>
          <a:spcPct val="0"/>
        </a:spcAft>
        <a:defRPr sz="10000">
          <a:solidFill>
            <a:schemeClr val="tx1"/>
          </a:solidFill>
          <a:latin typeface="Calibri" panose="020F0502020204030204" pitchFamily="34" charset="0"/>
        </a:defRPr>
      </a:lvl2pPr>
      <a:lvl3pPr algn="ctr" defTabSz="2076450" rtl="0" eaLnBrk="0" fontAlgn="base" hangingPunct="0">
        <a:spcBef>
          <a:spcPct val="0"/>
        </a:spcBef>
        <a:spcAft>
          <a:spcPct val="0"/>
        </a:spcAft>
        <a:defRPr sz="10000">
          <a:solidFill>
            <a:schemeClr val="tx1"/>
          </a:solidFill>
          <a:latin typeface="Calibri" panose="020F0502020204030204" pitchFamily="34" charset="0"/>
        </a:defRPr>
      </a:lvl3pPr>
      <a:lvl4pPr algn="ctr" defTabSz="2076450" rtl="0" eaLnBrk="0" fontAlgn="base" hangingPunct="0">
        <a:spcBef>
          <a:spcPct val="0"/>
        </a:spcBef>
        <a:spcAft>
          <a:spcPct val="0"/>
        </a:spcAft>
        <a:defRPr sz="10000">
          <a:solidFill>
            <a:schemeClr val="tx1"/>
          </a:solidFill>
          <a:latin typeface="Calibri" panose="020F0502020204030204" pitchFamily="34" charset="0"/>
        </a:defRPr>
      </a:lvl4pPr>
      <a:lvl5pPr algn="ctr" defTabSz="2076450" rtl="0" eaLnBrk="0" fontAlgn="base" hangingPunct="0">
        <a:spcBef>
          <a:spcPct val="0"/>
        </a:spcBef>
        <a:spcAft>
          <a:spcPct val="0"/>
        </a:spcAft>
        <a:defRPr sz="10000">
          <a:solidFill>
            <a:schemeClr val="tx1"/>
          </a:solidFill>
          <a:latin typeface="Calibri" panose="020F0502020204030204" pitchFamily="34" charset="0"/>
        </a:defRPr>
      </a:lvl5pPr>
      <a:lvl6pPr marL="457200" algn="ctr" defTabSz="2076450" rtl="0" fontAlgn="base">
        <a:spcBef>
          <a:spcPct val="0"/>
        </a:spcBef>
        <a:spcAft>
          <a:spcPct val="0"/>
        </a:spcAft>
        <a:defRPr sz="10000">
          <a:solidFill>
            <a:schemeClr val="tx1"/>
          </a:solidFill>
          <a:latin typeface="Calibri" panose="020F0502020204030204" pitchFamily="34" charset="0"/>
        </a:defRPr>
      </a:lvl6pPr>
      <a:lvl7pPr marL="914400" algn="ctr" defTabSz="2076450" rtl="0" fontAlgn="base">
        <a:spcBef>
          <a:spcPct val="0"/>
        </a:spcBef>
        <a:spcAft>
          <a:spcPct val="0"/>
        </a:spcAft>
        <a:defRPr sz="10000">
          <a:solidFill>
            <a:schemeClr val="tx1"/>
          </a:solidFill>
          <a:latin typeface="Calibri" panose="020F0502020204030204" pitchFamily="34" charset="0"/>
        </a:defRPr>
      </a:lvl7pPr>
      <a:lvl8pPr marL="1371600" algn="ctr" defTabSz="2076450" rtl="0" fontAlgn="base">
        <a:spcBef>
          <a:spcPct val="0"/>
        </a:spcBef>
        <a:spcAft>
          <a:spcPct val="0"/>
        </a:spcAft>
        <a:defRPr sz="10000">
          <a:solidFill>
            <a:schemeClr val="tx1"/>
          </a:solidFill>
          <a:latin typeface="Calibri" panose="020F0502020204030204" pitchFamily="34" charset="0"/>
        </a:defRPr>
      </a:lvl8pPr>
      <a:lvl9pPr marL="1828800" algn="ctr" defTabSz="2076450" rtl="0" fontAlgn="base">
        <a:spcBef>
          <a:spcPct val="0"/>
        </a:spcBef>
        <a:spcAft>
          <a:spcPct val="0"/>
        </a:spcAft>
        <a:defRPr sz="10000">
          <a:solidFill>
            <a:schemeClr val="tx1"/>
          </a:solidFill>
          <a:latin typeface="Calibri" panose="020F0502020204030204" pitchFamily="34" charset="0"/>
        </a:defRPr>
      </a:lvl9pPr>
    </p:titleStyle>
    <p:bodyStyle>
      <a:lvl1pPr marL="777875" indent="-777875" algn="l" defTabSz="2076450" rtl="0" eaLnBrk="0" fontAlgn="base" hangingPunct="0">
        <a:spcBef>
          <a:spcPct val="20000"/>
        </a:spcBef>
        <a:spcAft>
          <a:spcPct val="0"/>
        </a:spcAft>
        <a:buFont typeface="Arial" panose="020B0604020202020204" pitchFamily="34" charset="0"/>
        <a:buChar char="•"/>
        <a:defRPr sz="7300" kern="1200">
          <a:solidFill>
            <a:schemeClr val="tx1"/>
          </a:solidFill>
          <a:latin typeface="+mn-lt"/>
          <a:ea typeface="+mn-ea"/>
          <a:cs typeface="+mn-cs"/>
        </a:defRPr>
      </a:lvl1pPr>
      <a:lvl2pPr marL="1687830" indent="-649605" algn="l" defTabSz="2076450" rtl="0" eaLnBrk="0" fontAlgn="base" hangingPunct="0">
        <a:spcBef>
          <a:spcPct val="20000"/>
        </a:spcBef>
        <a:spcAft>
          <a:spcPct val="0"/>
        </a:spcAft>
        <a:buFont typeface="Arial" panose="020B0604020202020204" pitchFamily="34" charset="0"/>
        <a:buChar char="–"/>
        <a:defRPr sz="6400" kern="1200">
          <a:solidFill>
            <a:schemeClr val="tx1"/>
          </a:solidFill>
          <a:latin typeface="+mn-lt"/>
          <a:ea typeface="+mn-ea"/>
          <a:cs typeface="+mn-cs"/>
        </a:defRPr>
      </a:lvl2pPr>
      <a:lvl3pPr marL="2597150" indent="-519430" algn="l" defTabSz="2076450" rtl="0" eaLnBrk="0" fontAlgn="base" hangingPunct="0">
        <a:spcBef>
          <a:spcPct val="20000"/>
        </a:spcBef>
        <a:spcAft>
          <a:spcPct val="0"/>
        </a:spcAft>
        <a:buFont typeface="Arial" panose="020B0604020202020204" pitchFamily="34" charset="0"/>
        <a:buChar char="•"/>
        <a:defRPr sz="5400" kern="1200">
          <a:solidFill>
            <a:schemeClr val="tx1"/>
          </a:solidFill>
          <a:latin typeface="+mn-lt"/>
          <a:ea typeface="+mn-ea"/>
          <a:cs typeface="+mn-cs"/>
        </a:defRPr>
      </a:lvl3pPr>
      <a:lvl4pPr marL="3635375" indent="-519430" algn="l" defTabSz="2076450" rtl="0" eaLnBrk="0" fontAlgn="base" hangingPunct="0">
        <a:spcBef>
          <a:spcPct val="20000"/>
        </a:spcBef>
        <a:spcAft>
          <a:spcPct val="0"/>
        </a:spcAft>
        <a:buFont typeface="Arial" panose="020B0604020202020204" pitchFamily="34" charset="0"/>
        <a:buChar char="–"/>
        <a:defRPr sz="4500" kern="1200">
          <a:solidFill>
            <a:schemeClr val="tx1"/>
          </a:solidFill>
          <a:latin typeface="+mn-lt"/>
          <a:ea typeface="+mn-ea"/>
          <a:cs typeface="+mn-cs"/>
        </a:defRPr>
      </a:lvl4pPr>
      <a:lvl5pPr marL="4675505" indent="-519430" algn="l" defTabSz="2076450" rtl="0" eaLnBrk="0" fontAlgn="base" hangingPunct="0">
        <a:spcBef>
          <a:spcPct val="20000"/>
        </a:spcBef>
        <a:spcAft>
          <a:spcPct val="0"/>
        </a:spcAft>
        <a:buFont typeface="Arial" panose="020B0604020202020204" pitchFamily="34" charset="0"/>
        <a:buChar char="»"/>
        <a:defRPr sz="4500" kern="1200">
          <a:solidFill>
            <a:schemeClr val="tx1"/>
          </a:solidFill>
          <a:latin typeface="+mn-lt"/>
          <a:ea typeface="+mn-ea"/>
          <a:cs typeface="+mn-cs"/>
        </a:defRPr>
      </a:lvl5pPr>
      <a:lvl6pPr marL="5714365" indent="-519430" algn="l" defTabSz="2077720" rtl="0" eaLnBrk="1" latinLnBrk="0" hangingPunct="1">
        <a:spcBef>
          <a:spcPct val="20000"/>
        </a:spcBef>
        <a:buFont typeface="Arial" panose="020B0604020202020204" pitchFamily="34" charset="0"/>
        <a:buChar char="•"/>
        <a:defRPr sz="4500" kern="1200">
          <a:solidFill>
            <a:schemeClr val="tx1"/>
          </a:solidFill>
          <a:latin typeface="+mn-lt"/>
          <a:ea typeface="+mn-ea"/>
          <a:cs typeface="+mn-cs"/>
        </a:defRPr>
      </a:lvl6pPr>
      <a:lvl7pPr marL="6753225" indent="-519430" algn="l" defTabSz="2077720" rtl="0" eaLnBrk="1" latinLnBrk="0" hangingPunct="1">
        <a:spcBef>
          <a:spcPct val="20000"/>
        </a:spcBef>
        <a:buFont typeface="Arial" panose="020B0604020202020204" pitchFamily="34" charset="0"/>
        <a:buChar char="•"/>
        <a:defRPr sz="4500" kern="1200">
          <a:solidFill>
            <a:schemeClr val="tx1"/>
          </a:solidFill>
          <a:latin typeface="+mn-lt"/>
          <a:ea typeface="+mn-ea"/>
          <a:cs typeface="+mn-cs"/>
        </a:defRPr>
      </a:lvl7pPr>
      <a:lvl8pPr marL="7792085" indent="-519430" algn="l" defTabSz="2077720" rtl="0" eaLnBrk="1" latinLnBrk="0" hangingPunct="1">
        <a:spcBef>
          <a:spcPct val="20000"/>
        </a:spcBef>
        <a:buFont typeface="Arial" panose="020B0604020202020204" pitchFamily="34" charset="0"/>
        <a:buChar char="•"/>
        <a:defRPr sz="4500" kern="1200">
          <a:solidFill>
            <a:schemeClr val="tx1"/>
          </a:solidFill>
          <a:latin typeface="+mn-lt"/>
          <a:ea typeface="+mn-ea"/>
          <a:cs typeface="+mn-cs"/>
        </a:defRPr>
      </a:lvl8pPr>
      <a:lvl9pPr marL="8830945" indent="-519430" algn="l" defTabSz="2077720" rtl="0" eaLnBrk="1" latinLnBrk="0" hangingPunct="1">
        <a:spcBef>
          <a:spcPct val="20000"/>
        </a:spcBef>
        <a:buFont typeface="Arial" panose="020B0604020202020204" pitchFamily="34" charset="0"/>
        <a:buChar char="•"/>
        <a:defRPr sz="4500" kern="1200">
          <a:solidFill>
            <a:schemeClr val="tx1"/>
          </a:solidFill>
          <a:latin typeface="+mn-lt"/>
          <a:ea typeface="+mn-ea"/>
          <a:cs typeface="+mn-cs"/>
        </a:defRPr>
      </a:lvl9pPr>
    </p:bodyStyle>
    <p:otherStyle>
      <a:defPPr>
        <a:defRPr lang="en-US"/>
      </a:defPPr>
      <a:lvl1pPr marL="0" algn="l" defTabSz="2077720" rtl="0" eaLnBrk="1" latinLnBrk="0" hangingPunct="1">
        <a:defRPr sz="4100" kern="1200">
          <a:solidFill>
            <a:schemeClr val="tx1"/>
          </a:solidFill>
          <a:latin typeface="+mn-lt"/>
          <a:ea typeface="+mn-ea"/>
          <a:cs typeface="+mn-cs"/>
        </a:defRPr>
      </a:lvl1pPr>
      <a:lvl2pPr marL="1038860" algn="l" defTabSz="2077720" rtl="0" eaLnBrk="1" latinLnBrk="0" hangingPunct="1">
        <a:defRPr sz="4100" kern="1200">
          <a:solidFill>
            <a:schemeClr val="tx1"/>
          </a:solidFill>
          <a:latin typeface="+mn-lt"/>
          <a:ea typeface="+mn-ea"/>
          <a:cs typeface="+mn-cs"/>
        </a:defRPr>
      </a:lvl2pPr>
      <a:lvl3pPr marL="2077720" algn="l" defTabSz="2077720" rtl="0" eaLnBrk="1" latinLnBrk="0" hangingPunct="1">
        <a:defRPr sz="4100" kern="1200">
          <a:solidFill>
            <a:schemeClr val="tx1"/>
          </a:solidFill>
          <a:latin typeface="+mn-lt"/>
          <a:ea typeface="+mn-ea"/>
          <a:cs typeface="+mn-cs"/>
        </a:defRPr>
      </a:lvl3pPr>
      <a:lvl4pPr marL="3116580" algn="l" defTabSz="2077720" rtl="0" eaLnBrk="1" latinLnBrk="0" hangingPunct="1">
        <a:defRPr sz="4100" kern="1200">
          <a:solidFill>
            <a:schemeClr val="tx1"/>
          </a:solidFill>
          <a:latin typeface="+mn-lt"/>
          <a:ea typeface="+mn-ea"/>
          <a:cs typeface="+mn-cs"/>
        </a:defRPr>
      </a:lvl4pPr>
      <a:lvl5pPr marL="4156075" algn="l" defTabSz="2077720" rtl="0" eaLnBrk="1" latinLnBrk="0" hangingPunct="1">
        <a:defRPr sz="4100" kern="1200">
          <a:solidFill>
            <a:schemeClr val="tx1"/>
          </a:solidFill>
          <a:latin typeface="+mn-lt"/>
          <a:ea typeface="+mn-ea"/>
          <a:cs typeface="+mn-cs"/>
        </a:defRPr>
      </a:lvl5pPr>
      <a:lvl6pPr marL="5194935" algn="l" defTabSz="2077720" rtl="0" eaLnBrk="1" latinLnBrk="0" hangingPunct="1">
        <a:defRPr sz="4100" kern="1200">
          <a:solidFill>
            <a:schemeClr val="tx1"/>
          </a:solidFill>
          <a:latin typeface="+mn-lt"/>
          <a:ea typeface="+mn-ea"/>
          <a:cs typeface="+mn-cs"/>
        </a:defRPr>
      </a:lvl6pPr>
      <a:lvl7pPr marL="6233795" algn="l" defTabSz="2077720" rtl="0" eaLnBrk="1" latinLnBrk="0" hangingPunct="1">
        <a:defRPr sz="4100" kern="1200">
          <a:solidFill>
            <a:schemeClr val="tx1"/>
          </a:solidFill>
          <a:latin typeface="+mn-lt"/>
          <a:ea typeface="+mn-ea"/>
          <a:cs typeface="+mn-cs"/>
        </a:defRPr>
      </a:lvl7pPr>
      <a:lvl8pPr marL="7272655" algn="l" defTabSz="2077720" rtl="0" eaLnBrk="1" latinLnBrk="0" hangingPunct="1">
        <a:defRPr sz="4100" kern="1200">
          <a:solidFill>
            <a:schemeClr val="tx1"/>
          </a:solidFill>
          <a:latin typeface="+mn-lt"/>
          <a:ea typeface="+mn-ea"/>
          <a:cs typeface="+mn-cs"/>
        </a:defRPr>
      </a:lvl8pPr>
      <a:lvl9pPr marL="8311515" algn="l" defTabSz="2077720" rtl="0" eaLnBrk="1" latinLnBrk="0" hangingPunct="1">
        <a:defRPr sz="41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jp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0" y="0"/>
            <a:ext cx="21396325" cy="2328826"/>
          </a:xfrm>
          <a:prstGeom prst="rect">
            <a:avLst/>
          </a:prstGeom>
          <a:solidFill>
            <a:schemeClr val="accent3">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lIns="64584" tIns="32292" rIns="64584" bIns="32292" anchor="ctr"/>
          <a:lstStyle/>
          <a:p>
            <a:pPr algn="ctr" defTabSz="2077720" fontAlgn="auto">
              <a:spcBef>
                <a:spcPts val="0"/>
              </a:spcBef>
              <a:spcAft>
                <a:spcPts val="0"/>
              </a:spcAft>
              <a:defRPr/>
            </a:pPr>
            <a:endParaRPr lang="en-GB" sz="7100" dirty="0">
              <a:latin typeface="Bookman Old Style" panose="02050604050505020204" pitchFamily="18" charset="0"/>
            </a:endParaRPr>
          </a:p>
          <a:p>
            <a:pPr algn="ctr" defTabSz="2077720" fontAlgn="auto">
              <a:spcBef>
                <a:spcPts val="0"/>
              </a:spcBef>
              <a:spcAft>
                <a:spcPts val="0"/>
              </a:spcAft>
              <a:defRPr/>
            </a:pPr>
            <a:endParaRPr lang="en-GB" sz="7100" b="1" dirty="0">
              <a:solidFill>
                <a:schemeClr val="bg1"/>
              </a:solidFill>
              <a:latin typeface="Bookman Old Style" panose="02050604050505020204" pitchFamily="18" charset="0"/>
            </a:endParaRPr>
          </a:p>
          <a:p>
            <a:pPr marL="0" marR="0" lvl="0" indent="0" algn="ctr" defTabSz="2077720" rtl="0" eaLnBrk="1" fontAlgn="auto" latinLnBrk="0" hangingPunct="1">
              <a:spcBef>
                <a:spcPts val="0"/>
              </a:spcBef>
              <a:spcAft>
                <a:spcPts val="0"/>
              </a:spcAft>
              <a:buClrTx/>
              <a:buSzTx/>
              <a:buFontTx/>
              <a:buNone/>
              <a:defRPr/>
            </a:pPr>
            <a:r>
              <a:rPr lang="en-GB" sz="4800" b="1" dirty="0">
                <a:solidFill>
                  <a:schemeClr val="bg1"/>
                </a:solidFill>
                <a:latin typeface="Bookman Old Style" panose="02050604050505020204" pitchFamily="18" charset="0"/>
              </a:rPr>
              <a:t>       </a:t>
            </a:r>
            <a:r>
              <a:rPr lang="en-GB" sz="4800" b="1" dirty="0">
                <a:solidFill>
                  <a:srgbClr val="C00000"/>
                </a:solidFill>
                <a:latin typeface="Bookman Old Style" panose="02050604050505020204" pitchFamily="18" charset="0"/>
              </a:rPr>
              <a:t>            </a:t>
            </a:r>
            <a:r>
              <a:rPr lang="en-US" altLang="ko-KR" sz="3600" b="1" dirty="0">
                <a:solidFill>
                  <a:srgbClr val="B93A3A"/>
                </a:solidFill>
                <a:latin typeface="Times New Roman" panose="02020603050405020304" pitchFamily="18" charset="0"/>
                <a:cs typeface="Times New Roman" panose="02020603050405020304" pitchFamily="18" charset="0"/>
              </a:rPr>
              <a:t>Automatic Seed Sowing and Spraying Agriculture Robot</a:t>
            </a:r>
            <a:endParaRPr lang="en-GB" altLang="ko-KR" sz="3600" b="1" dirty="0">
              <a:solidFill>
                <a:srgbClr val="B93A3A"/>
              </a:solidFill>
              <a:latin typeface="Bookman Old Style" panose="02050604050505020204" pitchFamily="18" charset="0"/>
            </a:endParaRPr>
          </a:p>
          <a:p>
            <a:pPr algn="ctr" defTabSz="2077720" fontAlgn="auto">
              <a:spcBef>
                <a:spcPts val="0"/>
              </a:spcBef>
              <a:spcAft>
                <a:spcPts val="0"/>
              </a:spcAft>
              <a:defRPr/>
            </a:pPr>
            <a:r>
              <a:rPr kumimoji="0" lang="en-GB" sz="3600" b="0" i="0" u="none" strike="noStrike" kern="1200" cap="none" spc="0" normalizeH="0" baseline="0" noProof="0">
                <a:ln>
                  <a:noFill/>
                </a:ln>
                <a:solidFill>
                  <a:srgbClr val="C00000"/>
                </a:solidFill>
                <a:effectLst/>
                <a:uLnTx/>
                <a:uFillTx/>
                <a:latin typeface="Bookman Old Style" panose="02050604050505020204" pitchFamily="18" charset="0"/>
                <a:ea typeface="+mn-ea"/>
                <a:cs typeface="+mn-cs"/>
              </a:rPr>
              <a:t>                               </a:t>
            </a:r>
            <a:r>
              <a:rPr kumimoji="0" lang="en-GB" sz="2800" b="0" i="0" u="none" strike="noStrike" kern="1200" cap="none" spc="0" normalizeH="0" baseline="0" noProof="0">
                <a:ln>
                  <a:noFill/>
                </a:ln>
                <a:solidFill>
                  <a:srgbClr val="C00000"/>
                </a:solidFill>
                <a:effectLst/>
                <a:uLnTx/>
                <a:uFillTx/>
                <a:latin typeface="Bookman Old Style" panose="02050604050505020204" pitchFamily="18" charset="0"/>
                <a:ea typeface="+mn-ea"/>
                <a:cs typeface="+mn-cs"/>
              </a:rPr>
              <a:t>Names </a:t>
            </a:r>
            <a:r>
              <a:rPr lang="en-GB" sz="2800" dirty="0">
                <a:solidFill>
                  <a:srgbClr val="C00000"/>
                </a:solidFill>
                <a:latin typeface="Bookman Old Style" panose="02050604050505020204" pitchFamily="18" charset="0"/>
              </a:rPr>
              <a:t>:</a:t>
            </a:r>
            <a:r>
              <a:rPr lang="en-IN" altLang="ko-KR" sz="2800" b="0" dirty="0">
                <a:solidFill>
                  <a:srgbClr val="C00000"/>
                </a:solidFill>
                <a:latin typeface="+mn-lt"/>
                <a:cs typeface="Times New Roman" panose="02020603050405020304" pitchFamily="18" charset="0"/>
              </a:rPr>
              <a:t>Chandrashekhar Bhavi , Jamuna Pulpatali, Priyanka Budihal, Pruthviraj</a:t>
            </a:r>
            <a:r>
              <a:rPr lang="en-IN" altLang="ko-KR" sz="2800" dirty="0">
                <a:solidFill>
                  <a:srgbClr val="C00000"/>
                </a:solidFill>
                <a:cs typeface="Times New Roman" panose="02020603050405020304" pitchFamily="18" charset="0"/>
              </a:rPr>
              <a:t> Banoshi</a:t>
            </a:r>
            <a:endParaRPr lang="en-US" sz="2800" b="0" dirty="0">
              <a:solidFill>
                <a:srgbClr val="C00000"/>
              </a:solidFill>
              <a:latin typeface="+mn-lt"/>
            </a:endParaRPr>
          </a:p>
          <a:p>
            <a:pPr marL="0" marR="0" lvl="0" indent="0" defTabSz="2077720" rtl="0" eaLnBrk="1" fontAlgn="auto" latinLnBrk="0" hangingPunct="1">
              <a:spcBef>
                <a:spcPts val="0"/>
              </a:spcBef>
              <a:spcAft>
                <a:spcPts val="0"/>
              </a:spcAft>
              <a:buClrTx/>
              <a:buSzTx/>
              <a:buFontTx/>
              <a:buNone/>
              <a:defRPr/>
            </a:pPr>
            <a:r>
              <a:rPr kumimoji="0" lang="en-GB" sz="3600" b="0" i="0" u="none" strike="noStrike" kern="1200" cap="none" spc="0" normalizeH="0" baseline="0" noProof="0" dirty="0">
                <a:ln>
                  <a:noFill/>
                </a:ln>
                <a:solidFill>
                  <a:srgbClr val="C00000"/>
                </a:solidFill>
                <a:effectLst/>
                <a:uLnTx/>
                <a:uFillTx/>
                <a:latin typeface="Bookman Old Style" panose="02050604050505020204" pitchFamily="18" charset="0"/>
                <a:ea typeface="+mn-ea"/>
                <a:cs typeface="+mn-cs"/>
              </a:rPr>
              <a:t>                                             </a:t>
            </a:r>
            <a:r>
              <a:rPr kumimoji="0" lang="en-GB" sz="3200" b="0" i="0" u="none" strike="noStrike" kern="1200" cap="none" spc="0" normalizeH="0" baseline="0" noProof="0" dirty="0">
                <a:ln>
                  <a:noFill/>
                </a:ln>
                <a:solidFill>
                  <a:srgbClr val="C00000"/>
                </a:solidFill>
                <a:effectLst/>
                <a:uLnTx/>
                <a:uFillTx/>
                <a:latin typeface="Bookman Old Style" panose="02050604050505020204" pitchFamily="18" charset="0"/>
                <a:ea typeface="+mn-ea"/>
                <a:cs typeface="+mn-cs"/>
              </a:rPr>
              <a:t>Under guidance of : </a:t>
            </a:r>
            <a:r>
              <a:rPr lang="en-IN" altLang="ko-KR" sz="3200" dirty="0">
                <a:solidFill>
                  <a:srgbClr val="C00000"/>
                </a:solidFill>
                <a:latin typeface="Times New Roman" panose="02020603050405020304" pitchFamily="18" charset="0"/>
                <a:cs typeface="Times New Roman" panose="02020603050405020304" pitchFamily="18" charset="0"/>
              </a:rPr>
              <a:t>Dr. Prabhakar Manage</a:t>
            </a:r>
            <a:endParaRPr kumimoji="0" lang="en-GB" sz="3200" i="0" u="none" strike="noStrike" kern="1200" cap="none" spc="0" normalizeH="0" baseline="0" noProof="0" dirty="0">
              <a:ln>
                <a:noFill/>
              </a:ln>
              <a:solidFill>
                <a:srgbClr val="C00000"/>
              </a:solidFill>
              <a:effectLst/>
              <a:uLnTx/>
              <a:uFillTx/>
              <a:latin typeface="Bookman Old Style" panose="02050604050505020204" pitchFamily="18" charset="0"/>
              <a:ea typeface="+mn-ea"/>
              <a:cs typeface="+mn-cs"/>
            </a:endParaRPr>
          </a:p>
          <a:p>
            <a:pPr marL="0" marR="0" lvl="0" indent="0" algn="ctr" defTabSz="2077720" rtl="0" eaLnBrk="1" fontAlgn="auto" latinLnBrk="0" hangingPunct="1">
              <a:spcBef>
                <a:spcPts val="0"/>
              </a:spcBef>
              <a:spcAft>
                <a:spcPts val="0"/>
              </a:spcAft>
              <a:buClrTx/>
              <a:buSzTx/>
              <a:buFontTx/>
              <a:buNone/>
              <a:defRPr/>
            </a:pPr>
            <a:r>
              <a:rPr kumimoji="0" lang="en-GB" sz="3200" b="0" i="0" u="none" strike="noStrike" kern="1200" cap="none" spc="0" normalizeH="0" baseline="0" noProof="0" dirty="0">
                <a:ln>
                  <a:noFill/>
                </a:ln>
                <a:solidFill>
                  <a:srgbClr val="C00000"/>
                </a:solidFill>
                <a:effectLst/>
                <a:uLnTx/>
                <a:uFillTx/>
                <a:latin typeface="Bookman Old Style" panose="02050604050505020204" pitchFamily="18" charset="0"/>
                <a:ea typeface="+mn-ea"/>
                <a:cs typeface="+mn-cs"/>
              </a:rPr>
              <a:t>                                       Department of Electronics and Communication Engineering</a:t>
            </a:r>
          </a:p>
          <a:p>
            <a:pPr algn="ctr" defTabSz="2077720" fontAlgn="auto">
              <a:spcBef>
                <a:spcPts val="0"/>
              </a:spcBef>
              <a:spcAft>
                <a:spcPts val="0"/>
              </a:spcAft>
              <a:defRPr/>
            </a:pPr>
            <a:endParaRPr lang="en-GB" sz="3200" dirty="0">
              <a:solidFill>
                <a:schemeClr val="tx1"/>
              </a:solidFill>
              <a:latin typeface="Bookman Old Style" panose="02050604050505020204" pitchFamily="18" charset="0"/>
            </a:endParaRPr>
          </a:p>
          <a:p>
            <a:pPr algn="ctr" defTabSz="2077720" fontAlgn="auto">
              <a:spcBef>
                <a:spcPts val="0"/>
              </a:spcBef>
              <a:spcAft>
                <a:spcPts val="0"/>
              </a:spcAft>
              <a:defRPr/>
            </a:pPr>
            <a:endParaRPr lang="en-GB" sz="3600" dirty="0">
              <a:latin typeface="Bookman Old Style" panose="02050604050505020204" pitchFamily="18" charset="0"/>
            </a:endParaRPr>
          </a:p>
          <a:p>
            <a:pPr algn="ctr" defTabSz="2077720" fontAlgn="auto">
              <a:spcBef>
                <a:spcPts val="0"/>
              </a:spcBef>
              <a:spcAft>
                <a:spcPts val="0"/>
              </a:spcAft>
              <a:defRPr/>
            </a:pPr>
            <a:endParaRPr lang="en-US" sz="7100" dirty="0">
              <a:latin typeface="Bookman Old Style" panose="02050604050505020204" pitchFamily="18" charset="0"/>
            </a:endParaRPr>
          </a:p>
        </p:txBody>
      </p:sp>
      <p:sp>
        <p:nvSpPr>
          <p:cNvPr id="2060" name="Text Box 25"/>
          <p:cNvSpPr txBox="1">
            <a:spLocks noChangeArrowheads="1"/>
          </p:cNvSpPr>
          <p:nvPr/>
        </p:nvSpPr>
        <p:spPr bwMode="auto">
          <a:xfrm>
            <a:off x="282139" y="5205826"/>
            <a:ext cx="6858000" cy="747730"/>
          </a:xfrm>
          <a:prstGeom prst="rect">
            <a:avLst/>
          </a:prstGeom>
          <a:solidFill>
            <a:schemeClr val="accent3">
              <a:lumMod val="40000"/>
              <a:lumOff val="60000"/>
            </a:schemeClr>
          </a:solidFill>
          <a:ln w="9525">
            <a:noFill/>
            <a:prstDash val="sysDot"/>
            <a:miter lim="800000"/>
          </a:ln>
        </p:spPr>
        <p:txBody>
          <a:bodyPr wrap="none" lIns="161460" tIns="161460" rIns="161460" bIns="161460" anchor="t" anchorCtr="1"/>
          <a:lstStyle/>
          <a:p>
            <a:r>
              <a:rPr lang="en-US" sz="3600" b="1" dirty="0">
                <a:solidFill>
                  <a:srgbClr val="C00000"/>
                </a:solidFill>
                <a:latin typeface="Bookman Old Style" panose="02050604050505020204" pitchFamily="18" charset="0"/>
                <a:cs typeface="Arial" panose="020B0604020202020204" pitchFamily="34" charset="0"/>
              </a:rPr>
              <a:t>Objectives</a:t>
            </a:r>
            <a:endParaRPr lang="en-US" sz="3400" dirty="0">
              <a:solidFill>
                <a:srgbClr val="C00000"/>
              </a:solidFill>
              <a:latin typeface="Bookman Old Style" panose="02050604050505020204" pitchFamily="18" charset="0"/>
            </a:endParaRPr>
          </a:p>
        </p:txBody>
      </p:sp>
      <p:sp>
        <p:nvSpPr>
          <p:cNvPr id="2062" name="Text Box 25"/>
          <p:cNvSpPr txBox="1">
            <a:spLocks noChangeArrowheads="1"/>
          </p:cNvSpPr>
          <p:nvPr/>
        </p:nvSpPr>
        <p:spPr bwMode="auto">
          <a:xfrm>
            <a:off x="7907314" y="2594649"/>
            <a:ext cx="6019801" cy="533400"/>
          </a:xfrm>
          <a:prstGeom prst="rect">
            <a:avLst/>
          </a:prstGeom>
          <a:solidFill>
            <a:schemeClr val="accent3">
              <a:lumMod val="40000"/>
              <a:lumOff val="60000"/>
            </a:schemeClr>
          </a:solidFill>
          <a:ln w="9525">
            <a:noFill/>
            <a:prstDash val="sysDot"/>
            <a:miter lim="800000"/>
          </a:ln>
        </p:spPr>
        <p:txBody>
          <a:bodyPr wrap="none" lIns="161460" tIns="161460" rIns="161460" bIns="161460" anchor="ctr" anchorCtr="1"/>
          <a:lstStyle/>
          <a:p>
            <a:pPr algn="ctr" defTabSz="3098800"/>
            <a:r>
              <a:rPr lang="en-GB" sz="3400" dirty="0">
                <a:latin typeface="Bookman Old Style" panose="02050604050505020204" pitchFamily="18" charset="0"/>
              </a:rPr>
              <a:t> </a:t>
            </a:r>
            <a:r>
              <a:rPr lang="en-GB" sz="3600" b="1" dirty="0">
                <a:solidFill>
                  <a:srgbClr val="C00000"/>
                </a:solidFill>
                <a:latin typeface="Bookman Old Style" panose="02050604050505020204" pitchFamily="18" charset="0"/>
                <a:cs typeface="Arial" panose="020B0604020202020204" pitchFamily="34" charset="0"/>
              </a:rPr>
              <a:t>Results</a:t>
            </a:r>
            <a:endParaRPr lang="en-US" sz="3600" b="1" dirty="0">
              <a:solidFill>
                <a:srgbClr val="C00000"/>
              </a:solidFill>
              <a:latin typeface="Bookman Old Style" panose="02050604050505020204" pitchFamily="18" charset="0"/>
              <a:cs typeface="Arial" panose="020B0604020202020204" pitchFamily="34" charset="0"/>
            </a:endParaRPr>
          </a:p>
        </p:txBody>
      </p:sp>
      <p:sp>
        <p:nvSpPr>
          <p:cNvPr id="137" name="Content Placeholder 2"/>
          <p:cNvSpPr txBox="1"/>
          <p:nvPr/>
        </p:nvSpPr>
        <p:spPr bwMode="auto">
          <a:xfrm>
            <a:off x="282139" y="3002400"/>
            <a:ext cx="7174164" cy="2194800"/>
          </a:xfrm>
          <a:prstGeom prst="rect">
            <a:avLst/>
          </a:prstGeom>
          <a:noFill/>
          <a:ln w="9525">
            <a:noFill/>
            <a:miter lim="800000"/>
          </a:ln>
        </p:spPr>
        <p:txBody>
          <a:bodyPr vert="horz" wrap="square" lIns="207793" tIns="103897" rIns="207793" bIns="103897" numCol="1" anchor="t" anchorCtr="0" compatLnSpc="1"/>
          <a:lstStyle/>
          <a:p>
            <a:pPr algn="just" eaLnBrk="0" hangingPunct="0">
              <a:spcBef>
                <a:spcPct val="20000"/>
              </a:spcBef>
              <a:defRPr/>
            </a:pPr>
            <a:r>
              <a:rPr lang="en-IN" sz="2400" dirty="0">
                <a:latin typeface="Times New Roman" panose="02020603050405020304" pitchFamily="18" charset="0"/>
                <a:cs typeface="Times New Roman" panose="02020603050405020304" pitchFamily="18" charset="0"/>
              </a:rPr>
              <a:t>Develop an automatic seed sowing and spraying agriculture robot to enhance efficiency , reduce labour dependency , and ensure precise seed placement for smart farming</a:t>
            </a:r>
            <a:endParaRPr lang="en-IN" sz="2400" dirty="0"/>
          </a:p>
          <a:p>
            <a:pPr marL="0" marR="0" lvl="0" indent="0" algn="ctr" defTabSz="207645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sz="2800" b="0" i="0" u="none" strike="noStrike" kern="1200" cap="none" spc="0" normalizeH="0" baseline="0" noProof="0" dirty="0">
                <a:ln>
                  <a:noFill/>
                </a:ln>
                <a:solidFill>
                  <a:schemeClr val="tx1">
                    <a:tint val="75000"/>
                  </a:schemeClr>
                </a:solidFill>
                <a:effectLst/>
                <a:uLnTx/>
                <a:uFillTx/>
                <a:latin typeface="Bookman Old Style" panose="02050604050505020204" pitchFamily="18" charset="0"/>
              </a:rPr>
              <a:t>		</a:t>
            </a:r>
          </a:p>
          <a:p>
            <a:pPr marL="0" marR="0" lvl="0" indent="0" algn="ctr" defTabSz="207645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sz="7300" b="0" i="0" u="none" strike="noStrike" kern="1200" cap="none" spc="0" normalizeH="0" baseline="0" noProof="0" dirty="0">
                <a:ln>
                  <a:noFill/>
                </a:ln>
                <a:solidFill>
                  <a:schemeClr val="tx1">
                    <a:tint val="75000"/>
                  </a:schemeClr>
                </a:solidFill>
                <a:effectLst/>
                <a:uLnTx/>
                <a:uFillTx/>
                <a:latin typeface="Bookman Old Style" panose="02050604050505020204" pitchFamily="18" charset="0"/>
              </a:rPr>
              <a:t>		</a:t>
            </a:r>
          </a:p>
          <a:p>
            <a:pPr marL="0" marR="0" lvl="0" indent="0" algn="ctr" defTabSz="2076450" rtl="0" eaLnBrk="0" fontAlgn="base" latinLnBrk="0" hangingPunct="0">
              <a:lnSpc>
                <a:spcPct val="100000"/>
              </a:lnSpc>
              <a:spcBef>
                <a:spcPct val="20000"/>
              </a:spcBef>
              <a:spcAft>
                <a:spcPct val="0"/>
              </a:spcAft>
              <a:buClrTx/>
              <a:buSzTx/>
              <a:buFont typeface="Arial" panose="020B0604020202020204" pitchFamily="34" charset="0"/>
              <a:buNone/>
              <a:defRPr/>
            </a:pPr>
            <a:endParaRPr lang="en-US" sz="7300" dirty="0">
              <a:solidFill>
                <a:schemeClr val="tx1">
                  <a:tint val="75000"/>
                </a:schemeClr>
              </a:solidFill>
              <a:latin typeface="Bookman Old Style" panose="02050604050505020204" pitchFamily="18" charset="0"/>
            </a:endParaRPr>
          </a:p>
          <a:p>
            <a:pPr marL="0" marR="0" lvl="0" indent="0" defTabSz="2076450" rtl="0" eaLnBrk="0" fontAlgn="base" latinLnBrk="0" hangingPunct="0">
              <a:lnSpc>
                <a:spcPct val="100000"/>
              </a:lnSpc>
              <a:spcBef>
                <a:spcPct val="20000"/>
              </a:spcBef>
              <a:spcAft>
                <a:spcPct val="0"/>
              </a:spcAft>
              <a:buClrTx/>
              <a:buSzTx/>
              <a:buFont typeface="Arial" panose="020B0604020202020204" pitchFamily="34" charset="0"/>
              <a:buNone/>
              <a:defRPr/>
            </a:pPr>
            <a:endParaRPr lang="en-US" sz="7300" dirty="0">
              <a:solidFill>
                <a:schemeClr val="tx1">
                  <a:tint val="75000"/>
                </a:schemeClr>
              </a:solidFill>
              <a:latin typeface="Bookman Old Style" panose="02050604050505020204" pitchFamily="18" charset="0"/>
            </a:endParaRPr>
          </a:p>
          <a:p>
            <a:pPr marL="0" marR="0" lvl="0" indent="0" algn="ctr" defTabSz="207645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en-US" sz="7300" b="0" i="0" u="none" strike="noStrike" kern="1200" cap="none" spc="0" normalizeH="0" baseline="0" noProof="0" dirty="0">
              <a:ln>
                <a:noFill/>
              </a:ln>
              <a:solidFill>
                <a:schemeClr val="tx1">
                  <a:tint val="75000"/>
                </a:schemeClr>
              </a:solidFill>
              <a:effectLst/>
              <a:uLnTx/>
              <a:uFillTx/>
              <a:latin typeface="Bookman Old Style" panose="02050604050505020204" pitchFamily="18" charset="0"/>
            </a:endParaRPr>
          </a:p>
        </p:txBody>
      </p:sp>
      <p:sp>
        <p:nvSpPr>
          <p:cNvPr id="250" name="Rectangle 249"/>
          <p:cNvSpPr/>
          <p:nvPr/>
        </p:nvSpPr>
        <p:spPr>
          <a:xfrm>
            <a:off x="368252" y="11608795"/>
            <a:ext cx="6781800" cy="646331"/>
          </a:xfrm>
          <a:prstGeom prst="rect">
            <a:avLst/>
          </a:prstGeom>
          <a:solidFill>
            <a:schemeClr val="accent3">
              <a:lumMod val="40000"/>
              <a:lumOff val="60000"/>
            </a:schemeClr>
          </a:solidFill>
        </p:spPr>
        <p:txBody>
          <a:bodyPr wrap="square">
            <a:spAutoFit/>
          </a:bodyPr>
          <a:lstStyle/>
          <a:p>
            <a:pPr algn="ctr" defTabSz="2077720" fontAlgn="auto">
              <a:spcBef>
                <a:spcPts val="0"/>
              </a:spcBef>
              <a:spcAft>
                <a:spcPts val="0"/>
              </a:spcAft>
              <a:defRPr/>
            </a:pPr>
            <a:r>
              <a:rPr lang="en-GB" sz="3600" b="1" dirty="0">
                <a:solidFill>
                  <a:srgbClr val="C00000"/>
                </a:solidFill>
                <a:latin typeface="Bookman Old Style" panose="02050604050505020204" pitchFamily="18" charset="0"/>
                <a:cs typeface="Arial" panose="020B0604020202020204" pitchFamily="34" charset="0"/>
              </a:rPr>
              <a:t>Literature survey</a:t>
            </a:r>
            <a:endParaRPr lang="en-US" sz="3600" b="1" dirty="0">
              <a:solidFill>
                <a:srgbClr val="C00000"/>
              </a:solidFill>
              <a:latin typeface="Bookman Old Style" panose="02050604050505020204" pitchFamily="18" charset="0"/>
              <a:cs typeface="Arial" panose="020B0604020202020204" pitchFamily="34" charset="0"/>
            </a:endParaRPr>
          </a:p>
        </p:txBody>
      </p:sp>
      <p:sp>
        <p:nvSpPr>
          <p:cNvPr id="94" name="Rectangle 93"/>
          <p:cNvSpPr/>
          <p:nvPr/>
        </p:nvSpPr>
        <p:spPr>
          <a:xfrm>
            <a:off x="313751" y="7805388"/>
            <a:ext cx="6858000" cy="886397"/>
          </a:xfrm>
          <a:prstGeom prst="rect">
            <a:avLst/>
          </a:prstGeom>
          <a:solidFill>
            <a:schemeClr val="accent3">
              <a:lumMod val="40000"/>
              <a:lumOff val="60000"/>
            </a:schemeClr>
          </a:solidFill>
        </p:spPr>
        <p:txBody>
          <a:bodyPr wrap="square" lIns="164592" tIns="164592" rIns="164592" bIns="164592">
            <a:spAutoFit/>
          </a:bodyPr>
          <a:lstStyle/>
          <a:p>
            <a:pPr algn="ctr"/>
            <a:r>
              <a:rPr lang="en-GB" sz="3600" b="1" dirty="0">
                <a:solidFill>
                  <a:srgbClr val="C00000"/>
                </a:solidFill>
                <a:latin typeface="Bookman Old Style" panose="02050604050505020204" pitchFamily="18" charset="0"/>
                <a:cs typeface="Arial" panose="020B0604020202020204" pitchFamily="34" charset="0"/>
              </a:rPr>
              <a:t>Contributions</a:t>
            </a:r>
            <a:endParaRPr lang="en-US" sz="3600" b="1" dirty="0">
              <a:solidFill>
                <a:srgbClr val="C00000"/>
              </a:solidFill>
              <a:latin typeface="Bookman Old Style" panose="02050604050505020204" pitchFamily="18" charset="0"/>
              <a:cs typeface="Arial" panose="020B0604020202020204" pitchFamily="34" charset="0"/>
            </a:endParaRPr>
          </a:p>
        </p:txBody>
      </p:sp>
      <p:sp>
        <p:nvSpPr>
          <p:cNvPr id="55" name="Rectangle 54"/>
          <p:cNvSpPr/>
          <p:nvPr/>
        </p:nvSpPr>
        <p:spPr>
          <a:xfrm>
            <a:off x="368252" y="2474751"/>
            <a:ext cx="6786610" cy="646331"/>
          </a:xfrm>
          <a:prstGeom prst="rect">
            <a:avLst/>
          </a:prstGeom>
          <a:solidFill>
            <a:schemeClr val="accent3">
              <a:lumMod val="40000"/>
              <a:lumOff val="60000"/>
            </a:schemeClr>
          </a:solidFill>
        </p:spPr>
        <p:txBody>
          <a:bodyPr wrap="square">
            <a:spAutoFit/>
          </a:bodyPr>
          <a:lstStyle/>
          <a:p>
            <a:pPr algn="ctr"/>
            <a:r>
              <a:rPr lang="en-US" sz="2800" dirty="0">
                <a:latin typeface="Bookman Old Style" panose="02050604050505020204" pitchFamily="18" charset="0"/>
              </a:rPr>
              <a:t> </a:t>
            </a:r>
            <a:r>
              <a:rPr lang="en-US" sz="3600" b="1" dirty="0">
                <a:solidFill>
                  <a:srgbClr val="C00000"/>
                </a:solidFill>
                <a:latin typeface="Bookman Old Style" panose="02050604050505020204" pitchFamily="18" charset="0"/>
              </a:rPr>
              <a:t>Problem statement</a:t>
            </a:r>
            <a:endParaRPr lang="en-GB" sz="2600" b="1" dirty="0">
              <a:solidFill>
                <a:srgbClr val="C00000"/>
              </a:solidFill>
              <a:latin typeface="Bookman Old Style" panose="02050604050505020204" pitchFamily="18" charset="0"/>
              <a:cs typeface="Arial" panose="020B0604020202020204" pitchFamily="34" charset="0"/>
            </a:endParaRPr>
          </a:p>
        </p:txBody>
      </p:sp>
      <p:sp>
        <p:nvSpPr>
          <p:cNvPr id="44" name="Rectangle 43"/>
          <p:cNvSpPr/>
          <p:nvPr/>
        </p:nvSpPr>
        <p:spPr>
          <a:xfrm>
            <a:off x="14679567" y="2610087"/>
            <a:ext cx="5998146" cy="646331"/>
          </a:xfrm>
          <a:prstGeom prst="rect">
            <a:avLst/>
          </a:prstGeom>
          <a:solidFill>
            <a:schemeClr val="accent3">
              <a:lumMod val="40000"/>
              <a:lumOff val="60000"/>
            </a:schemeClr>
          </a:solidFill>
        </p:spPr>
        <p:txBody>
          <a:bodyPr wrap="square">
            <a:spAutoFit/>
          </a:bodyPr>
          <a:lstStyle/>
          <a:p>
            <a:pPr algn="ctr"/>
            <a:r>
              <a:rPr lang="en-GB" sz="3600" b="1" dirty="0">
                <a:solidFill>
                  <a:srgbClr val="C00000"/>
                </a:solidFill>
                <a:latin typeface="Bookman Old Style" panose="02050604050505020204" pitchFamily="18" charset="0"/>
                <a:cs typeface="Arial" panose="020B0604020202020204" pitchFamily="34" charset="0"/>
              </a:rPr>
              <a:t>Optimization details</a:t>
            </a:r>
            <a:endParaRPr lang="en-US" sz="3600" dirty="0">
              <a:solidFill>
                <a:srgbClr val="C00000"/>
              </a:solidFill>
              <a:latin typeface="Bookman Old Style" panose="02050604050505020204" pitchFamily="18" charset="0"/>
            </a:endParaRPr>
          </a:p>
        </p:txBody>
      </p:sp>
      <p:sp>
        <p:nvSpPr>
          <p:cNvPr id="32" name="Rectangle 31"/>
          <p:cNvSpPr/>
          <p:nvPr/>
        </p:nvSpPr>
        <p:spPr>
          <a:xfrm>
            <a:off x="15066554" y="7861400"/>
            <a:ext cx="5857916" cy="646331"/>
          </a:xfrm>
          <a:prstGeom prst="rect">
            <a:avLst/>
          </a:prstGeom>
          <a:solidFill>
            <a:schemeClr val="accent3">
              <a:lumMod val="40000"/>
              <a:lumOff val="60000"/>
            </a:schemeClr>
          </a:solidFill>
        </p:spPr>
        <p:txBody>
          <a:bodyPr wrap="square">
            <a:spAutoFit/>
          </a:bodyPr>
          <a:lstStyle/>
          <a:p>
            <a:pPr algn="ctr"/>
            <a:r>
              <a:rPr lang="en-GB" sz="3600" b="1" dirty="0">
                <a:solidFill>
                  <a:srgbClr val="C00000"/>
                </a:solidFill>
                <a:latin typeface="Bookman Old Style" panose="02050604050505020204" pitchFamily="18" charset="0"/>
                <a:cs typeface="Arial" panose="020B0604020202020204" pitchFamily="34" charset="0"/>
              </a:rPr>
              <a:t>Conclusions</a:t>
            </a:r>
            <a:endParaRPr lang="en-US" sz="3600" dirty="0">
              <a:solidFill>
                <a:srgbClr val="C00000"/>
              </a:solidFill>
              <a:latin typeface="Bookman Old Style" panose="02050604050505020204" pitchFamily="18" charset="0"/>
            </a:endParaRPr>
          </a:p>
        </p:txBody>
      </p:sp>
      <p:sp>
        <p:nvSpPr>
          <p:cNvPr id="33" name="Rectangle 32"/>
          <p:cNvSpPr/>
          <p:nvPr/>
        </p:nvSpPr>
        <p:spPr>
          <a:xfrm>
            <a:off x="0" y="15087600"/>
            <a:ext cx="21396325" cy="838200"/>
          </a:xfrm>
          <a:prstGeom prst="rect">
            <a:avLst/>
          </a:prstGeom>
          <a:solidFill>
            <a:schemeClr val="accent3">
              <a:lumMod val="60000"/>
              <a:lumOff val="40000"/>
            </a:schemeClr>
          </a:solidFill>
          <a:ln>
            <a:solidFill>
              <a:schemeClr val="accent5">
                <a:lumMod val="20000"/>
                <a:lumOff val="80000"/>
              </a:schemeClr>
            </a:solidFill>
          </a:ln>
        </p:spPr>
        <p:style>
          <a:lnRef idx="1">
            <a:schemeClr val="accent2"/>
          </a:lnRef>
          <a:fillRef idx="3">
            <a:schemeClr val="accent2"/>
          </a:fillRef>
          <a:effectRef idx="2">
            <a:schemeClr val="accent2"/>
          </a:effectRef>
          <a:fontRef idx="minor">
            <a:schemeClr val="lt1"/>
          </a:fontRef>
        </p:style>
        <p:txBody>
          <a:bodyPr rtlCol="0" anchor="ctr"/>
          <a:lstStyle/>
          <a:p>
            <a:pPr algn="ctr"/>
            <a:r>
              <a:rPr lang="en-US" sz="2800" b="1" dirty="0">
                <a:solidFill>
                  <a:srgbClr val="C00000"/>
                </a:solidFill>
                <a:latin typeface="Bookman Old Style" panose="02050604050505020204" pitchFamily="18" charset="0"/>
              </a:rPr>
              <a:t>Minor Project-2024-25</a:t>
            </a:r>
          </a:p>
        </p:txBody>
      </p:sp>
      <p:sp>
        <p:nvSpPr>
          <p:cNvPr id="8" name="TextBox 7"/>
          <p:cNvSpPr txBox="1"/>
          <p:nvPr/>
        </p:nvSpPr>
        <p:spPr>
          <a:xfrm>
            <a:off x="411162" y="6229287"/>
            <a:ext cx="184731" cy="723275"/>
          </a:xfrm>
          <a:prstGeom prst="rect">
            <a:avLst/>
          </a:prstGeom>
          <a:noFill/>
        </p:spPr>
        <p:txBody>
          <a:bodyPr wrap="none" rtlCol="0">
            <a:spAutoFit/>
          </a:bodyPr>
          <a:lstStyle/>
          <a:p>
            <a:endParaRPr lang="en-IN" dirty="0"/>
          </a:p>
        </p:txBody>
      </p:sp>
      <p:sp>
        <p:nvSpPr>
          <p:cNvPr id="16" name="TextBox 15"/>
          <p:cNvSpPr txBox="1"/>
          <p:nvPr/>
        </p:nvSpPr>
        <p:spPr>
          <a:xfrm>
            <a:off x="344487" y="8870016"/>
            <a:ext cx="6867525" cy="4336548"/>
          </a:xfrm>
          <a:prstGeom prst="rect">
            <a:avLst/>
          </a:prstGeom>
          <a:noFill/>
        </p:spPr>
        <p:txBody>
          <a:bodyPr wrap="square" rtlCol="0">
            <a:noAutofit/>
          </a:bodyPr>
          <a:lstStyle/>
          <a:p>
            <a:pPr marL="342900" indent="-342900"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 Integrated Automation: Combines sowing, covering, and watering.</a:t>
            </a:r>
          </a:p>
          <a:p>
            <a:pPr marL="342900" indent="-342900"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 Low-Cost &amp; Easy Control: Affordable with    Bluetooth-based mobile operation.</a:t>
            </a:r>
          </a:p>
          <a:p>
            <a:pPr marL="342900" indent="-342900"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 Precise &amp; Scalable: Accurate seed placement, modular, and solar-ready.</a:t>
            </a:r>
          </a:p>
          <a:p>
            <a:pPr>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p:txBody>
      </p:sp>
      <p:sp>
        <p:nvSpPr>
          <p:cNvPr id="18" name="TextBox 17"/>
          <p:cNvSpPr txBox="1"/>
          <p:nvPr/>
        </p:nvSpPr>
        <p:spPr>
          <a:xfrm>
            <a:off x="15220111" y="3308947"/>
            <a:ext cx="5704359" cy="1031051"/>
          </a:xfrm>
          <a:prstGeom prst="rect">
            <a:avLst/>
          </a:prstGeom>
          <a:noFill/>
        </p:spPr>
        <p:txBody>
          <a:bodyPr wrap="square" rtlCol="0">
            <a:spAutoFit/>
          </a:bodyPr>
          <a:lstStyle/>
          <a:p>
            <a:pPr marL="285750" indent="-285750" algn="l">
              <a:buFont typeface="Arial" panose="020B0604020202020204" pitchFamily="34" charset="0"/>
              <a:buChar char="•"/>
            </a:pPr>
            <a:endParaRPr lang="en-US" sz="2000" b="0" i="0" dirty="0">
              <a:solidFill>
                <a:srgbClr val="374151"/>
              </a:solidFill>
              <a:effectLst/>
              <a:latin typeface="Times New Roman" panose="02020603050405020304" pitchFamily="18" charset="0"/>
              <a:cs typeface="Times New Roman" panose="02020603050405020304" pitchFamily="18" charset="0"/>
            </a:endParaRPr>
          </a:p>
          <a:p>
            <a:endParaRPr lang="en-IN" dirty="0"/>
          </a:p>
        </p:txBody>
      </p:sp>
      <p:sp>
        <p:nvSpPr>
          <p:cNvPr id="20" name="TextBox 19"/>
          <p:cNvSpPr txBox="1"/>
          <p:nvPr/>
        </p:nvSpPr>
        <p:spPr>
          <a:xfrm>
            <a:off x="14940094" y="8062011"/>
            <a:ext cx="6146262" cy="245110"/>
          </a:xfrm>
          <a:prstGeom prst="rect">
            <a:avLst/>
          </a:prstGeom>
          <a:noFill/>
        </p:spPr>
        <p:txBody>
          <a:bodyPr wrap="square" rtlCol="0">
            <a:spAutoFit/>
          </a:bodyPr>
          <a:lstStyle/>
          <a:p>
            <a:pPr marL="0" indent="0" algn="l">
              <a:buFont typeface="Arial" panose="020B0604020202020204" pitchFamily="34" charset="0"/>
              <a:buNone/>
            </a:pPr>
            <a:r>
              <a:rPr lang="en-US" sz="1000" dirty="0"/>
              <a:t>.</a:t>
            </a:r>
            <a:endParaRPr lang="en-IN" dirty="0"/>
          </a:p>
        </p:txBody>
      </p:sp>
      <p:sp>
        <p:nvSpPr>
          <p:cNvPr id="62" name="Rectangle 3"/>
          <p:cNvSpPr>
            <a:spLocks noGrp="1" noChangeArrowheads="1"/>
          </p:cNvSpPr>
          <p:nvPr>
            <p:ph type="subTitle" idx="1"/>
          </p:nvPr>
        </p:nvSpPr>
        <p:spPr bwMode="auto">
          <a:xfrm>
            <a:off x="308989" y="12219226"/>
            <a:ext cx="6249035" cy="2677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342900" marR="0" lvl="0" indent="-342900" algn="just" defTabSz="914400" rtl="0" eaLnBrk="0" fontAlgn="base" latinLnBrk="0" hangingPunct="0">
              <a:lnSpc>
                <a:spcPct val="100000"/>
              </a:lnSpc>
              <a:spcBef>
                <a:spcPct val="0"/>
              </a:spcBef>
              <a:spcAft>
                <a:spcPct val="0"/>
              </a:spcAft>
              <a:buClrTx/>
              <a:buSzTx/>
              <a:buFont typeface="Arial" panose="020B0604020202020204" pitchFamily="34" charset="0"/>
              <a:buChar char="•"/>
            </a:pPr>
            <a:r>
              <a:rPr lang="en-US" sz="2400" dirty="0">
                <a:solidFill>
                  <a:schemeClr val="tx1"/>
                </a:solidFill>
                <a:latin typeface="Times New Roman" panose="02020603050405020304" pitchFamily="18" charset="0"/>
                <a:cs typeface="Times New Roman" panose="02020603050405020304" pitchFamily="18" charset="0"/>
              </a:rPr>
              <a:t>Automatic Seed Sowing and Spraying Agriculture Robot</a:t>
            </a:r>
          </a:p>
          <a:p>
            <a:pPr marL="342900" marR="0" lvl="0" indent="-342900" algn="just" defTabSz="914400" rtl="0" eaLnBrk="0" fontAlgn="base" latinLnBrk="0" hangingPunct="0">
              <a:lnSpc>
                <a:spcPct val="100000"/>
              </a:lnSpc>
              <a:spcBef>
                <a:spcPct val="0"/>
              </a:spcBef>
              <a:spcAft>
                <a:spcPct val="0"/>
              </a:spcAft>
              <a:buClrTx/>
              <a:buSzTx/>
              <a:buFont typeface="Arial" panose="020B0604020202020204" pitchFamily="34" charset="0"/>
              <a:buChar char="•"/>
            </a:pPr>
            <a:r>
              <a:rPr lang="en-US" sz="2400" dirty="0">
                <a:solidFill>
                  <a:schemeClr val="tx1"/>
                </a:solidFill>
                <a:latin typeface="Times New Roman" panose="02020603050405020304" pitchFamily="18" charset="0"/>
                <a:cs typeface="Times New Roman" panose="02020603050405020304" pitchFamily="18" charset="0"/>
              </a:rPr>
              <a:t>Agribot : Arduino Controlled Automatic Seed Sowing Machine for Small Scale Cultivation</a:t>
            </a:r>
          </a:p>
          <a:p>
            <a:pPr marL="342900" marR="0" lvl="0" indent="-342900" algn="just" defTabSz="914400" rtl="0" eaLnBrk="0" fontAlgn="base" latinLnBrk="0" hangingPunct="0">
              <a:lnSpc>
                <a:spcPct val="100000"/>
              </a:lnSpc>
              <a:spcBef>
                <a:spcPct val="0"/>
              </a:spcBef>
              <a:spcAft>
                <a:spcPct val="0"/>
              </a:spcAft>
              <a:buClrTx/>
              <a:buSzTx/>
              <a:buFont typeface="Arial" panose="020B0604020202020204" pitchFamily="34" charset="0"/>
              <a:buChar char="•"/>
            </a:pPr>
            <a:r>
              <a:rPr lang="en-US" sz="2400" dirty="0">
                <a:solidFill>
                  <a:schemeClr val="tx1"/>
                </a:solidFill>
                <a:latin typeface="Times New Roman" panose="02020603050405020304" pitchFamily="18" charset="0"/>
                <a:cs typeface="Times New Roman" panose="02020603050405020304" pitchFamily="18" charset="0"/>
              </a:rPr>
              <a:t>Design and fabrication of manually operated seed sowing machine </a:t>
            </a:r>
          </a:p>
          <a:p>
            <a:pPr marL="342900" marR="0" lvl="0" indent="-342900" algn="just" defTabSz="914400" rtl="0" eaLnBrk="0" fontAlgn="base" latinLnBrk="0" hangingPunct="0">
              <a:lnSpc>
                <a:spcPct val="100000"/>
              </a:lnSpc>
              <a:spcBef>
                <a:spcPct val="0"/>
              </a:spcBef>
              <a:spcAft>
                <a:spcPct val="0"/>
              </a:spcAft>
              <a:buClrTx/>
              <a:buSzTx/>
              <a:buFont typeface="Arial" panose="020B0604020202020204" pitchFamily="34" charset="0"/>
              <a:buChar char="•"/>
            </a:pPr>
            <a:r>
              <a:rPr lang="en-IN" sz="2400" dirty="0">
                <a:solidFill>
                  <a:schemeClr val="tx1"/>
                </a:solidFill>
                <a:latin typeface="Times New Roman" panose="02020603050405020304" pitchFamily="18" charset="0"/>
                <a:cs typeface="Times New Roman" panose="02020603050405020304" pitchFamily="18" charset="0"/>
              </a:rPr>
              <a:t>Automatic Seed Sowing Robot </a:t>
            </a:r>
            <a:endParaRPr lang="en-US" altLang="en-US" sz="2400" dirty="0">
              <a:ln/>
              <a:solidFill>
                <a:schemeClr val="tx1"/>
              </a:solidFill>
              <a:effectLst/>
              <a:latin typeface="Times New Roman" panose="02020603050405020304" pitchFamily="18" charset="0"/>
              <a:cs typeface="Times New Roman" panose="02020603050405020304" pitchFamily="18" charset="0"/>
            </a:endParaRPr>
          </a:p>
        </p:txBody>
      </p:sp>
      <p:pic>
        <p:nvPicPr>
          <p:cNvPr id="11" name="Picture 10" descr="A black text on a white background&#10;&#10;AI-generated content may be incorrect.">
            <a:extLst>
              <a:ext uri="{FF2B5EF4-FFF2-40B4-BE49-F238E27FC236}">
                <a16:creationId xmlns:a16="http://schemas.microsoft.com/office/drawing/2014/main" id="{0B52B86B-730D-BC84-DBA0-2969965515D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4644" y="278163"/>
            <a:ext cx="6321790" cy="1851973"/>
          </a:xfrm>
          <a:prstGeom prst="rect">
            <a:avLst/>
          </a:prstGeom>
        </p:spPr>
      </p:pic>
      <p:sp>
        <p:nvSpPr>
          <p:cNvPr id="4" name="TextBox 3">
            <a:extLst>
              <a:ext uri="{FF2B5EF4-FFF2-40B4-BE49-F238E27FC236}">
                <a16:creationId xmlns:a16="http://schemas.microsoft.com/office/drawing/2014/main" id="{E25AF8EE-781F-6478-C23C-25234C53C12E}"/>
              </a:ext>
            </a:extLst>
          </p:cNvPr>
          <p:cNvSpPr txBox="1"/>
          <p:nvPr/>
        </p:nvSpPr>
        <p:spPr>
          <a:xfrm>
            <a:off x="411162" y="6061463"/>
            <a:ext cx="4521949" cy="2000548"/>
          </a:xfrm>
          <a:prstGeom prst="rect">
            <a:avLst/>
          </a:prstGeom>
          <a:noFill/>
        </p:spPr>
        <p:txBody>
          <a:bodyPr wrap="square" rtlCol="0">
            <a:spAutoFit/>
          </a:bodyPr>
          <a:lstStyle/>
          <a:p>
            <a:pPr marL="457200" indent="-457200" algn="just">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Reduce Human Labor</a:t>
            </a:r>
          </a:p>
          <a:p>
            <a:pPr marL="457200" indent="-457200" algn="just">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Improve Productivity</a:t>
            </a:r>
          </a:p>
          <a:p>
            <a:pPr marL="457200" indent="-457200" algn="just">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Enhance Affordability</a:t>
            </a:r>
          </a:p>
          <a:p>
            <a:pPr marL="457200" indent="-457200" algn="just">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Increase Efficiency</a:t>
            </a:r>
          </a:p>
          <a:p>
            <a:pPr marL="457200" indent="-457200">
              <a:buFont typeface="Arial" panose="020B0604020202020204" pitchFamily="34" charset="0"/>
              <a:buChar char="•"/>
            </a:pPr>
            <a:endParaRPr lang="en-IN" sz="2800"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1B1F3D18-F354-D095-B120-99E0469F2EA8}"/>
              </a:ext>
            </a:extLst>
          </p:cNvPr>
          <p:cNvSpPr txBox="1"/>
          <p:nvPr/>
        </p:nvSpPr>
        <p:spPr>
          <a:xfrm>
            <a:off x="14567090" y="3534357"/>
            <a:ext cx="6418073" cy="4416594"/>
          </a:xfrm>
          <a:prstGeom prst="rect">
            <a:avLst/>
          </a:prstGeom>
          <a:noFill/>
        </p:spPr>
        <p:txBody>
          <a:bodyPr wrap="square" rtlCol="0">
            <a:spAutoFit/>
          </a:bodyPr>
          <a:lstStyle/>
          <a:p>
            <a:pPr marL="342900" indent="-342900" algn="just">
              <a:spcAft>
                <a:spcPts val="0"/>
              </a:spcAft>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Connectivity: Upgrade from Bluetooth  for wider control range.</a:t>
            </a:r>
          </a:p>
          <a:p>
            <a:pPr marL="342900" indent="-342900" algn="just">
              <a:spcAft>
                <a:spcPts val="0"/>
              </a:spcAft>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Terrain Adaptability: Add adjustable suspension or terrain-following mechanism for uneven fields. </a:t>
            </a:r>
          </a:p>
          <a:p>
            <a:pPr marL="342900" indent="-342900" algn="just">
              <a:spcAft>
                <a:spcPts val="0"/>
              </a:spcAft>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Seed Dispensing: Use interchangeable drums for different seed sizes to ensure uniform placement.</a:t>
            </a:r>
          </a:p>
          <a:p>
            <a:pPr marL="342900" indent="-342900" algn="just">
              <a:spcAft>
                <a:spcPts val="0"/>
              </a:spcAft>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Modular Design: Use detachable parts for easy maintenance and customization.</a:t>
            </a:r>
          </a:p>
          <a:p>
            <a:endParaRPr lang="en-IN" dirty="0"/>
          </a:p>
        </p:txBody>
      </p:sp>
      <p:sp>
        <p:nvSpPr>
          <p:cNvPr id="7" name="TextBox 6">
            <a:extLst>
              <a:ext uri="{FF2B5EF4-FFF2-40B4-BE49-F238E27FC236}">
                <a16:creationId xmlns:a16="http://schemas.microsoft.com/office/drawing/2014/main" id="{09DD15D1-9392-91F9-E350-B34A2A553D01}"/>
              </a:ext>
            </a:extLst>
          </p:cNvPr>
          <p:cNvSpPr txBox="1"/>
          <p:nvPr/>
        </p:nvSpPr>
        <p:spPr>
          <a:xfrm>
            <a:off x="15066554" y="8646714"/>
            <a:ext cx="6146262" cy="5632311"/>
          </a:xfrm>
          <a:prstGeom prst="rect">
            <a:avLst/>
          </a:prstGeom>
          <a:noFill/>
        </p:spPr>
        <p:txBody>
          <a:bodyPr wrap="square" rtlCol="0">
            <a:spAutoFit/>
          </a:bodyPr>
          <a:lstStyle/>
          <a:p>
            <a:pPr algn="just"/>
            <a:r>
              <a:rPr lang="en-US" sz="2400" dirty="0">
                <a:latin typeface="Times New Roman" panose="02020603050405020304" pitchFamily="18" charset="0"/>
                <a:cs typeface="Times New Roman" panose="02020603050405020304" pitchFamily="18" charset="0"/>
              </a:rPr>
              <a:t>The autonomous seed sowing robot streamlines farming by combining soil digging, seed sowing, covering, and watering into one efficient system. It showed accurate seed placement, consistent coverage, and effective watering during tests. The Bluetooth-based control enabled real-time adjustments for different crop needs. While challenges like uneven terrain, varying seed sizes, and limited control range remain, the robot offers a promising solution to labor shortages and inefficiencies. With improvements in terrain handling, connectivity, and navigation, it could significantly boost productivity and support sustainable agriculture.</a:t>
            </a:r>
            <a:endParaRPr lang="en-IN" sz="2400" dirty="0">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E35FD645-4D7D-9521-48AB-BF0BD79F66CD}"/>
              </a:ext>
            </a:extLst>
          </p:cNvPr>
          <p:cNvSpPr txBox="1"/>
          <p:nvPr/>
        </p:nvSpPr>
        <p:spPr>
          <a:xfrm>
            <a:off x="8189160" y="9420333"/>
            <a:ext cx="5585607" cy="5262979"/>
          </a:xfrm>
          <a:prstGeom prst="rect">
            <a:avLst/>
          </a:prstGeom>
          <a:noFill/>
        </p:spPr>
        <p:txBody>
          <a:bodyPr wrap="square" rtlCol="0">
            <a:spAutoFit/>
          </a:bodyPr>
          <a:lstStyle/>
          <a:p>
            <a:pPr algn="just"/>
            <a:r>
              <a:rPr lang="en-US" sz="2400" dirty="0">
                <a:latin typeface="Times New Roman" panose="02020603050405020304" pitchFamily="18" charset="0"/>
                <a:cs typeface="Times New Roman" panose="02020603050405020304" pitchFamily="18" charset="0"/>
              </a:rPr>
              <a:t>The autonomous seed sowing robot was designed to simplify and enhance the efficiency of agricultural processes by automating critical tasks like soil digging, seed sowing, soil covering, and water spraying. After completing the fabrication and assembly of the robot, extensive testing was conducted under controlled and field conditions to evaluate its performance. The results demonstrated the robot's capability to execute its functions accurately, and the discussion highlights the successes, challenges, and potential for further improvements.</a:t>
            </a:r>
            <a:endParaRPr lang="en-IN" sz="2400" dirty="0">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EE8BA185-038B-406C-9E83-15A2AFC6A42F}"/>
              </a:ext>
            </a:extLst>
          </p:cNvPr>
          <p:cNvPicPr>
            <a:picLocks noChangeAspect="1"/>
          </p:cNvPicPr>
          <p:nvPr/>
        </p:nvPicPr>
        <p:blipFill>
          <a:blip r:embed="rId4">
            <a:extLst>
              <a:ext uri="{28A0092B-C50C-407E-A947-70E740481C1C}">
                <a14:useLocalDpi xmlns:a14="http://schemas.microsoft.com/office/drawing/2010/main" val="0"/>
              </a:ext>
            </a:extLst>
          </a:blip>
          <a:srcRect l="12172" t="13159" r="22746" b="3488"/>
          <a:stretch/>
        </p:blipFill>
        <p:spPr>
          <a:xfrm>
            <a:off x="8053006" y="3406489"/>
            <a:ext cx="5857916" cy="5645595"/>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86</TotalTime>
  <Words>396</Words>
  <Application>Microsoft Office PowerPoint</Application>
  <PresentationFormat>Custom</PresentationFormat>
  <Paragraphs>38</Paragraphs>
  <Slides>1</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Arial</vt:lpstr>
      <vt:lpstr>Bookman Old Style</vt:lpstr>
      <vt:lpstr>Calibri</vt:lpstr>
      <vt:lpstr>Times New Roman</vt:lpstr>
      <vt:lpstr>Office Theme</vt:lpstr>
      <vt:lpstr>PowerPoint Presentation</vt:lpstr>
    </vt:vector>
  </TitlesOfParts>
  <Company>Grizli777</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aesplancopy.co.uk</dc:creator>
  <cp:lastModifiedBy>Priyanka Budihal</cp:lastModifiedBy>
  <cp:revision>221</cp:revision>
  <dcterms:created xsi:type="dcterms:W3CDTF">2009-07-23T11:11:00Z</dcterms:created>
  <dcterms:modified xsi:type="dcterms:W3CDTF">2025-05-31T16:22:30Z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270218438F1F4CDCA643F04ABEFE1EA9_12</vt:lpwstr>
  </property>
  <property fmtid="{D5CDD505-2E9C-101B-9397-08002B2CF9AE}" pid="3" name="KSOProductBuildVer">
    <vt:lpwstr>1033-12.2.0.19307</vt:lpwstr>
  </property>
</Properties>
</file>